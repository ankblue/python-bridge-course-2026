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</p:sldMasterIdLst>
  <p:notesMasterIdLst>
    <p:notesMasterId r:id="rId36"/>
  </p:notesMasterIdLst>
  <p:sldIdLst>
    <p:sldId id="319" r:id="rId3"/>
    <p:sldId id="2147483647" r:id="rId4"/>
    <p:sldId id="256" r:id="rId5"/>
    <p:sldId id="259" r:id="rId6"/>
    <p:sldId id="264" r:id="rId7"/>
    <p:sldId id="269" r:id="rId8"/>
    <p:sldId id="263" r:id="rId9"/>
    <p:sldId id="266" r:id="rId10"/>
    <p:sldId id="271" r:id="rId11"/>
    <p:sldId id="272" r:id="rId12"/>
    <p:sldId id="273" r:id="rId13"/>
    <p:sldId id="274" r:id="rId14"/>
    <p:sldId id="277" r:id="rId15"/>
    <p:sldId id="280" r:id="rId16"/>
    <p:sldId id="284" r:id="rId17"/>
    <p:sldId id="285" r:id="rId18"/>
    <p:sldId id="288" r:id="rId19"/>
    <p:sldId id="292" r:id="rId20"/>
    <p:sldId id="297" r:id="rId21"/>
    <p:sldId id="298" r:id="rId22"/>
    <p:sldId id="300" r:id="rId23"/>
    <p:sldId id="302" r:id="rId24"/>
    <p:sldId id="2147483644" r:id="rId25"/>
    <p:sldId id="301" r:id="rId26"/>
    <p:sldId id="2147483645" r:id="rId27"/>
    <p:sldId id="303" r:id="rId28"/>
    <p:sldId id="304" r:id="rId29"/>
    <p:sldId id="305" r:id="rId30"/>
    <p:sldId id="306" r:id="rId31"/>
    <p:sldId id="307" r:id="rId32"/>
    <p:sldId id="308" r:id="rId33"/>
    <p:sldId id="311" r:id="rId34"/>
    <p:sldId id="31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05" userDrawn="1">
          <p15:clr>
            <a:srgbClr val="A4A3A4"/>
          </p15:clr>
        </p15:guide>
        <p15:guide id="3" orient="horz" pos="391" userDrawn="1">
          <p15:clr>
            <a:srgbClr val="A4A3A4"/>
          </p15:clr>
        </p15:guide>
        <p15:guide id="5" pos="7310" userDrawn="1">
          <p15:clr>
            <a:srgbClr val="A4A3A4"/>
          </p15:clr>
        </p15:guide>
        <p15:guide id="6" pos="3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1363"/>
    <a:srgbClr val="5D23FC"/>
    <a:srgbClr val="BD58FE"/>
    <a:srgbClr val="00FF00"/>
    <a:srgbClr val="EEEEEE"/>
    <a:srgbClr val="CFB4A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713C30-3E17-4334-8330-4DE90C066E87}" v="4" dt="2025-11-12T08:06:53.788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150" autoAdjust="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>
        <p:guide pos="3205"/>
        <p:guide orient="horz" pos="391"/>
        <p:guide pos="7310"/>
        <p:guide pos="37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Astha" userId="0ce4739a-919a-4670-871e-4715dd240b30" providerId="ADAL" clId="{E74A3E84-02D2-8E4C-9F20-854EED25A940}"/>
    <pc:docChg chg="undo custSel modSld">
      <pc:chgData name="Singh, Astha" userId="0ce4739a-919a-4670-871e-4715dd240b30" providerId="ADAL" clId="{E74A3E84-02D2-8E4C-9F20-854EED25A940}" dt="2025-08-29T07:12:04.879" v="210" actId="20577"/>
      <pc:docMkLst>
        <pc:docMk/>
      </pc:docMkLst>
      <pc:sldChg chg="addSp delSp modSp mod">
        <pc:chgData name="Singh, Astha" userId="0ce4739a-919a-4670-871e-4715dd240b30" providerId="ADAL" clId="{E74A3E84-02D2-8E4C-9F20-854EED25A940}" dt="2025-08-29T06:49:15.178" v="30" actId="1036"/>
        <pc:sldMkLst>
          <pc:docMk/>
          <pc:sldMk cId="1483469876" sldId="256"/>
        </pc:sldMkLst>
      </pc:sldChg>
      <pc:sldChg chg="addSp modSp mod">
        <pc:chgData name="Singh, Astha" userId="0ce4739a-919a-4670-871e-4715dd240b30" providerId="ADAL" clId="{E74A3E84-02D2-8E4C-9F20-854EED25A940}" dt="2025-08-29T07:05:45.549" v="137" actId="207"/>
        <pc:sldMkLst>
          <pc:docMk/>
          <pc:sldMk cId="0" sldId="261"/>
        </pc:sldMkLst>
      </pc:sldChg>
      <pc:sldChg chg="addSp modSp mod">
        <pc:chgData name="Singh, Astha" userId="0ce4739a-919a-4670-871e-4715dd240b30" providerId="ADAL" clId="{E74A3E84-02D2-8E4C-9F20-854EED25A940}" dt="2025-08-29T07:06:24.741" v="155" actId="1035"/>
        <pc:sldMkLst>
          <pc:docMk/>
          <pc:sldMk cId="1832279736" sldId="267"/>
        </pc:sldMkLst>
      </pc:sldChg>
      <pc:sldChg chg="modSp mod">
        <pc:chgData name="Singh, Astha" userId="0ce4739a-919a-4670-871e-4715dd240b30" providerId="ADAL" clId="{E74A3E84-02D2-8E4C-9F20-854EED25A940}" dt="2025-08-29T07:01:10.664" v="64" actId="1035"/>
        <pc:sldMkLst>
          <pc:docMk/>
          <pc:sldMk cId="3064746418" sldId="277"/>
        </pc:sldMkLst>
      </pc:sldChg>
      <pc:sldChg chg="addSp delSp modSp mod">
        <pc:chgData name="Singh, Astha" userId="0ce4739a-919a-4670-871e-4715dd240b30" providerId="ADAL" clId="{E74A3E84-02D2-8E4C-9F20-854EED25A940}" dt="2025-08-29T06:50:14.863" v="49" actId="14826"/>
        <pc:sldMkLst>
          <pc:docMk/>
          <pc:sldMk cId="362864761" sldId="279"/>
        </pc:sldMkLst>
      </pc:sldChg>
      <pc:sldChg chg="addSp delSp modSp mod">
        <pc:chgData name="Singh, Astha" userId="0ce4739a-919a-4670-871e-4715dd240b30" providerId="ADAL" clId="{E74A3E84-02D2-8E4C-9F20-854EED25A940}" dt="2025-08-29T07:01:29.913" v="69" actId="166"/>
        <pc:sldMkLst>
          <pc:docMk/>
          <pc:sldMk cId="4170158429" sldId="280"/>
        </pc:sldMkLst>
      </pc:sldChg>
      <pc:sldChg chg="addSp modSp mod">
        <pc:chgData name="Singh, Astha" userId="0ce4739a-919a-4670-871e-4715dd240b30" providerId="ADAL" clId="{E74A3E84-02D2-8E4C-9F20-854EED25A940}" dt="2025-08-29T07:06:14.957" v="147" actId="1037"/>
        <pc:sldMkLst>
          <pc:docMk/>
          <pc:sldMk cId="187554463" sldId="2147482883"/>
        </pc:sldMkLst>
      </pc:sldChg>
      <pc:sldChg chg="addSp modSp mod">
        <pc:chgData name="Singh, Astha" userId="0ce4739a-919a-4670-871e-4715dd240b30" providerId="ADAL" clId="{E74A3E84-02D2-8E4C-9F20-854EED25A940}" dt="2025-08-29T07:06:40.643" v="164" actId="1035"/>
        <pc:sldMkLst>
          <pc:docMk/>
          <pc:sldMk cId="0" sldId="2147483548"/>
        </pc:sldMkLst>
      </pc:sldChg>
      <pc:sldChg chg="addSp modSp mod">
        <pc:chgData name="Singh, Astha" userId="0ce4739a-919a-4670-871e-4715dd240b30" providerId="ADAL" clId="{E74A3E84-02D2-8E4C-9F20-854EED25A940}" dt="2025-08-29T07:06:32.736" v="159" actId="1035"/>
        <pc:sldMkLst>
          <pc:docMk/>
          <pc:sldMk cId="54156258" sldId="2147483558"/>
        </pc:sldMkLst>
      </pc:sldChg>
      <pc:sldChg chg="addSp modSp mod">
        <pc:chgData name="Singh, Astha" userId="0ce4739a-919a-4670-871e-4715dd240b30" providerId="ADAL" clId="{E74A3E84-02D2-8E4C-9F20-854EED25A940}" dt="2025-08-29T07:05:24.273" v="129" actId="1035"/>
        <pc:sldMkLst>
          <pc:docMk/>
          <pc:sldMk cId="1853199756" sldId="2147483593"/>
        </pc:sldMkLst>
      </pc:sldChg>
      <pc:sldChg chg="addSp delSp modSp mod">
        <pc:chgData name="Singh, Astha" userId="0ce4739a-919a-4670-871e-4715dd240b30" providerId="ADAL" clId="{E74A3E84-02D2-8E4C-9F20-854EED25A940}" dt="2025-08-29T06:49:33.589" v="46"/>
        <pc:sldMkLst>
          <pc:docMk/>
          <pc:sldMk cId="1001198488" sldId="2147483594"/>
        </pc:sldMkLst>
      </pc:sldChg>
      <pc:sldChg chg="addSp delSp modSp mod">
        <pc:chgData name="Singh, Astha" userId="0ce4739a-919a-4670-871e-4715dd240b30" providerId="ADAL" clId="{E74A3E84-02D2-8E4C-9F20-854EED25A940}" dt="2025-08-29T07:03:54.667" v="96"/>
        <pc:sldMkLst>
          <pc:docMk/>
          <pc:sldMk cId="2414228403" sldId="2147483602"/>
        </pc:sldMkLst>
      </pc:sldChg>
      <pc:sldChg chg="addSp delSp modSp mod">
        <pc:chgData name="Singh, Astha" userId="0ce4739a-919a-4670-871e-4715dd240b30" providerId="ADAL" clId="{E74A3E84-02D2-8E4C-9F20-854EED25A940}" dt="2025-08-29T06:49:28.452" v="44" actId="1035"/>
        <pc:sldMkLst>
          <pc:docMk/>
          <pc:sldMk cId="1404207231" sldId="2147483603"/>
        </pc:sldMkLst>
      </pc:sldChg>
      <pc:sldChg chg="modSp mod">
        <pc:chgData name="Singh, Astha" userId="0ce4739a-919a-4670-871e-4715dd240b30" providerId="ADAL" clId="{E74A3E84-02D2-8E4C-9F20-854EED25A940}" dt="2025-08-29T07:12:04.879" v="210" actId="20577"/>
        <pc:sldMkLst>
          <pc:docMk/>
          <pc:sldMk cId="6552535" sldId="2147483604"/>
        </pc:sldMkLst>
      </pc:sldChg>
      <pc:sldChg chg="addSp delSp modSp mod">
        <pc:chgData name="Singh, Astha" userId="0ce4739a-919a-4670-871e-4715dd240b30" providerId="ADAL" clId="{E74A3E84-02D2-8E4C-9F20-854EED25A940}" dt="2025-08-29T07:03:58.476" v="98"/>
        <pc:sldMkLst>
          <pc:docMk/>
          <pc:sldMk cId="1760400974" sldId="2147483605"/>
        </pc:sldMkLst>
      </pc:sldChg>
      <pc:sldChg chg="addSp delSp modSp mod">
        <pc:chgData name="Singh, Astha" userId="0ce4739a-919a-4670-871e-4715dd240b30" providerId="ADAL" clId="{E74A3E84-02D2-8E4C-9F20-854EED25A940}" dt="2025-08-29T07:04:09.633" v="100"/>
        <pc:sldMkLst>
          <pc:docMk/>
          <pc:sldMk cId="2311165582" sldId="2147483606"/>
        </pc:sldMkLst>
      </pc:sldChg>
      <pc:sldChg chg="addSp delSp modSp mod">
        <pc:chgData name="Singh, Astha" userId="0ce4739a-919a-4670-871e-4715dd240b30" providerId="ADAL" clId="{E74A3E84-02D2-8E4C-9F20-854EED25A940}" dt="2025-08-29T07:01:34.279" v="70" actId="166"/>
        <pc:sldMkLst>
          <pc:docMk/>
          <pc:sldMk cId="3832307220" sldId="2147483608"/>
        </pc:sldMkLst>
      </pc:sldChg>
      <pc:sldChg chg="addSp delSp modSp mod">
        <pc:chgData name="Singh, Astha" userId="0ce4739a-919a-4670-871e-4715dd240b30" providerId="ADAL" clId="{E74A3E84-02D2-8E4C-9F20-854EED25A940}" dt="2025-08-29T07:01:41.092" v="73" actId="166"/>
        <pc:sldMkLst>
          <pc:docMk/>
          <pc:sldMk cId="3074338986" sldId="2147483609"/>
        </pc:sldMkLst>
      </pc:sldChg>
      <pc:sldChg chg="addSp modSp mod">
        <pc:chgData name="Singh, Astha" userId="0ce4739a-919a-4670-871e-4715dd240b30" providerId="ADAL" clId="{E74A3E84-02D2-8E4C-9F20-854EED25A940}" dt="2025-08-29T07:09:21.067" v="186" actId="14100"/>
        <pc:sldMkLst>
          <pc:docMk/>
          <pc:sldMk cId="2151032136" sldId="2147483610"/>
        </pc:sldMkLst>
      </pc:sldChg>
      <pc:sldChg chg="addSp modSp mod">
        <pc:chgData name="Singh, Astha" userId="0ce4739a-919a-4670-871e-4715dd240b30" providerId="ADAL" clId="{E74A3E84-02D2-8E4C-9F20-854EED25A940}" dt="2025-08-29T07:10:00.988" v="192" actId="14100"/>
        <pc:sldMkLst>
          <pc:docMk/>
          <pc:sldMk cId="3110734365" sldId="2147483611"/>
        </pc:sldMkLst>
      </pc:sldChg>
      <pc:sldChg chg="addSp modSp mod">
        <pc:chgData name="Singh, Astha" userId="0ce4739a-919a-4670-871e-4715dd240b30" providerId="ADAL" clId="{E74A3E84-02D2-8E4C-9F20-854EED25A940}" dt="2025-08-29T07:11:42.410" v="209" actId="208"/>
        <pc:sldMkLst>
          <pc:docMk/>
          <pc:sldMk cId="3568426531" sldId="2147483614"/>
        </pc:sldMkLst>
      </pc:sldChg>
    </pc:docChg>
  </pc:docChgLst>
  <pc:docChgLst>
    <pc:chgData name="Gaurav, Ankit" userId="1d716476-8859-4ec5-ae91-931a2a7b23bd" providerId="ADAL" clId="{A1178E45-9ED9-4E6B-8D51-558DE40929B9}"/>
    <pc:docChg chg="undo custSel modSld">
      <pc:chgData name="Gaurav, Ankit" userId="1d716476-8859-4ec5-ae91-931a2a7b23bd" providerId="ADAL" clId="{A1178E45-9ED9-4E6B-8D51-558DE40929B9}" dt="2025-09-01T10:14:29.420" v="3" actId="1076"/>
      <pc:docMkLst>
        <pc:docMk/>
      </pc:docMkLst>
      <pc:sldChg chg="delSp modSp mod">
        <pc:chgData name="Gaurav, Ankit" userId="1d716476-8859-4ec5-ae91-931a2a7b23bd" providerId="ADAL" clId="{A1178E45-9ED9-4E6B-8D51-558DE40929B9}" dt="2025-09-01T10:14:29.420" v="3" actId="1076"/>
        <pc:sldMkLst>
          <pc:docMk/>
          <pc:sldMk cId="0" sldId="2147483548"/>
        </pc:sldMkLst>
      </pc:sldChg>
    </pc:docChg>
  </pc:docChgLst>
  <pc:docChgLst>
    <pc:chgData name="Gaurav, Ankit" userId="1d716476-8859-4ec5-ae91-931a2a7b23bd" providerId="ADAL" clId="{6020AF69-7EE6-41E2-A576-3DB016619F19}"/>
    <pc:docChg chg="undo redo custSel addSld delSld modSld sldOrd">
      <pc:chgData name="Gaurav, Ankit" userId="1d716476-8859-4ec5-ae91-931a2a7b23bd" providerId="ADAL" clId="{6020AF69-7EE6-41E2-A576-3DB016619F19}" dt="2025-11-12T08:07:07.702" v="9164" actId="20577"/>
      <pc:docMkLst>
        <pc:docMk/>
      </pc:docMkLst>
      <pc:sldChg chg="addSp delSp modSp new del mod">
        <pc:chgData name="Gaurav, Ankit" userId="1d716476-8859-4ec5-ae91-931a2a7b23bd" providerId="ADAL" clId="{6020AF69-7EE6-41E2-A576-3DB016619F19}" dt="2025-11-12T07:35:32.841" v="8928" actId="47"/>
        <pc:sldMkLst>
          <pc:docMk/>
          <pc:sldMk cId="239258358" sldId="256"/>
        </pc:sldMkLst>
      </pc:sldChg>
      <pc:sldChg chg="new">
        <pc:chgData name="Gaurav, Ankit" userId="1d716476-8859-4ec5-ae91-931a2a7b23bd" providerId="ADAL" clId="{6020AF69-7EE6-41E2-A576-3DB016619F19}" dt="2025-11-12T08:05:25.258" v="9127" actId="680"/>
        <pc:sldMkLst>
          <pc:docMk/>
          <pc:sldMk cId="655976288" sldId="256"/>
        </pc:sldMkLst>
      </pc:sldChg>
      <pc:sldChg chg="modSp del mod">
        <pc:chgData name="Gaurav, Ankit" userId="1d716476-8859-4ec5-ae91-931a2a7b23bd" providerId="ADAL" clId="{6020AF69-7EE6-41E2-A576-3DB016619F19}" dt="2025-10-23T05:23:14.725" v="197" actId="47"/>
        <pc:sldMkLst>
          <pc:docMk/>
          <pc:sldMk cId="2285848987" sldId="256"/>
        </pc:sldMkLst>
      </pc:sldChg>
      <pc:sldChg chg="addSp modSp new del mod">
        <pc:chgData name="Gaurav, Ankit" userId="1d716476-8859-4ec5-ae91-931a2a7b23bd" providerId="ADAL" clId="{6020AF69-7EE6-41E2-A576-3DB016619F19}" dt="2025-10-23T10:07:25.751" v="1546" actId="47"/>
        <pc:sldMkLst>
          <pc:docMk/>
          <pc:sldMk cId="3985298387" sldId="256"/>
        </pc:sldMkLst>
      </pc:sldChg>
      <pc:sldChg chg="addSp modSp new del mod">
        <pc:chgData name="Gaurav, Ankit" userId="1d716476-8859-4ec5-ae91-931a2a7b23bd" providerId="ADAL" clId="{6020AF69-7EE6-41E2-A576-3DB016619F19}" dt="2025-11-12T07:35:29.689" v="8927" actId="47"/>
        <pc:sldMkLst>
          <pc:docMk/>
          <pc:sldMk cId="2760207676" sldId="257"/>
        </pc:sldMkLst>
      </pc:sldChg>
      <pc:sldChg chg="del">
        <pc:chgData name="Gaurav, Ankit" userId="1d716476-8859-4ec5-ae91-931a2a7b23bd" providerId="ADAL" clId="{6020AF69-7EE6-41E2-A576-3DB016619F19}" dt="2025-10-23T05:23:16.131" v="198" actId="47"/>
        <pc:sldMkLst>
          <pc:docMk/>
          <pc:sldMk cId="3612879788" sldId="257"/>
        </pc:sldMkLst>
      </pc:sldChg>
      <pc:sldChg chg="del">
        <pc:chgData name="Gaurav, Ankit" userId="1d716476-8859-4ec5-ae91-931a2a7b23bd" providerId="ADAL" clId="{6020AF69-7EE6-41E2-A576-3DB016619F19}" dt="2025-10-23T05:23:24.875" v="199" actId="47"/>
        <pc:sldMkLst>
          <pc:docMk/>
          <pc:sldMk cId="2507458728" sldId="258"/>
        </pc:sldMkLst>
      </pc:sldChg>
      <pc:sldChg chg="addSp modSp add del mod">
        <pc:chgData name="Gaurav, Ankit" userId="1d716476-8859-4ec5-ae91-931a2a7b23bd" providerId="ADAL" clId="{6020AF69-7EE6-41E2-A576-3DB016619F19}" dt="2025-11-12T07:32:51.278" v="8920" actId="47"/>
        <pc:sldMkLst>
          <pc:docMk/>
          <pc:sldMk cId="3490116059" sldId="258"/>
        </pc:sldMkLst>
      </pc:sldChg>
      <pc:sldChg chg="addSp delSp modSp new del mod">
        <pc:chgData name="Gaurav, Ankit" userId="1d716476-8859-4ec5-ae91-931a2a7b23bd" providerId="ADAL" clId="{6020AF69-7EE6-41E2-A576-3DB016619F19}" dt="2025-10-24T05:57:55.554" v="1814" actId="2696"/>
        <pc:sldMkLst>
          <pc:docMk/>
          <pc:sldMk cId="4046385858" sldId="258"/>
        </pc:sldMkLst>
      </pc:sldChg>
      <pc:sldChg chg="addSp modSp add del">
        <pc:chgData name="Gaurav, Ankit" userId="1d716476-8859-4ec5-ae91-931a2a7b23bd" providerId="ADAL" clId="{6020AF69-7EE6-41E2-A576-3DB016619F19}" dt="2025-11-12T07:33:03.021" v="8921" actId="47"/>
        <pc:sldMkLst>
          <pc:docMk/>
          <pc:sldMk cId="445731016" sldId="259"/>
        </pc:sldMkLst>
      </pc:sldChg>
      <pc:sldChg chg="addSp delSp modSp new del mod">
        <pc:chgData name="Gaurav, Ankit" userId="1d716476-8859-4ec5-ae91-931a2a7b23bd" providerId="ADAL" clId="{6020AF69-7EE6-41E2-A576-3DB016619F19}" dt="2025-10-24T05:57:55.554" v="1814" actId="2696"/>
        <pc:sldMkLst>
          <pc:docMk/>
          <pc:sldMk cId="474735633" sldId="259"/>
        </pc:sldMkLst>
      </pc:sldChg>
      <pc:sldChg chg="del">
        <pc:chgData name="Gaurav, Ankit" userId="1d716476-8859-4ec5-ae91-931a2a7b23bd" providerId="ADAL" clId="{6020AF69-7EE6-41E2-A576-3DB016619F19}" dt="2025-10-23T09:34:05.651" v="1525" actId="47"/>
        <pc:sldMkLst>
          <pc:docMk/>
          <pc:sldMk cId="2527152261" sldId="259"/>
        </pc:sldMkLst>
      </pc:sldChg>
      <pc:sldChg chg="addSp delSp modSp new del mod">
        <pc:chgData name="Gaurav, Ankit" userId="1d716476-8859-4ec5-ae91-931a2a7b23bd" providerId="ADAL" clId="{6020AF69-7EE6-41E2-A576-3DB016619F19}" dt="2025-10-24T05:57:55.554" v="1814" actId="2696"/>
        <pc:sldMkLst>
          <pc:docMk/>
          <pc:sldMk cId="1891356117" sldId="260"/>
        </pc:sldMkLst>
      </pc:sldChg>
      <pc:sldChg chg="addSp modSp add del">
        <pc:chgData name="Gaurav, Ankit" userId="1d716476-8859-4ec5-ae91-931a2a7b23bd" providerId="ADAL" clId="{6020AF69-7EE6-41E2-A576-3DB016619F19}" dt="2025-11-12T07:55:50.884" v="8945" actId="47"/>
        <pc:sldMkLst>
          <pc:docMk/>
          <pc:sldMk cId="3573278055" sldId="260"/>
        </pc:sldMkLst>
      </pc:sldChg>
      <pc:sldChg chg="del">
        <pc:chgData name="Gaurav, Ankit" userId="1d716476-8859-4ec5-ae91-931a2a7b23bd" providerId="ADAL" clId="{6020AF69-7EE6-41E2-A576-3DB016619F19}" dt="2025-10-23T09:34:10.094" v="1528" actId="47"/>
        <pc:sldMkLst>
          <pc:docMk/>
          <pc:sldMk cId="3691329667" sldId="260"/>
        </pc:sldMkLst>
      </pc:sldChg>
      <pc:sldChg chg="addSp delSp modSp new del mod">
        <pc:chgData name="Gaurav, Ankit" userId="1d716476-8859-4ec5-ae91-931a2a7b23bd" providerId="ADAL" clId="{6020AF69-7EE6-41E2-A576-3DB016619F19}" dt="2025-10-24T10:02:05.514" v="1832" actId="47"/>
        <pc:sldMkLst>
          <pc:docMk/>
          <pc:sldMk cId="303305771" sldId="261"/>
        </pc:sldMkLst>
      </pc:sldChg>
      <pc:sldChg chg="addSp modSp new del mod">
        <pc:chgData name="Gaurav, Ankit" userId="1d716476-8859-4ec5-ae91-931a2a7b23bd" providerId="ADAL" clId="{6020AF69-7EE6-41E2-A576-3DB016619F19}" dt="2025-11-12T07:35:25.568" v="8926" actId="47"/>
        <pc:sldMkLst>
          <pc:docMk/>
          <pc:sldMk cId="1264677261" sldId="261"/>
        </pc:sldMkLst>
      </pc:sldChg>
      <pc:sldChg chg="new del">
        <pc:chgData name="Gaurav, Ankit" userId="1d716476-8859-4ec5-ae91-931a2a7b23bd" providerId="ADAL" clId="{6020AF69-7EE6-41E2-A576-3DB016619F19}" dt="2025-10-24T06:09:45.449" v="1822" actId="47"/>
        <pc:sldMkLst>
          <pc:docMk/>
          <pc:sldMk cId="1914079749" sldId="261"/>
        </pc:sldMkLst>
      </pc:sldChg>
      <pc:sldChg chg="del">
        <pc:chgData name="Gaurav, Ankit" userId="1d716476-8859-4ec5-ae91-931a2a7b23bd" providerId="ADAL" clId="{6020AF69-7EE6-41E2-A576-3DB016619F19}" dt="2025-10-23T09:34:07.822" v="1526" actId="47"/>
        <pc:sldMkLst>
          <pc:docMk/>
          <pc:sldMk cId="3326389706" sldId="261"/>
        </pc:sldMkLst>
      </pc:sldChg>
      <pc:sldChg chg="del">
        <pc:chgData name="Gaurav, Ankit" userId="1d716476-8859-4ec5-ae91-931a2a7b23bd" providerId="ADAL" clId="{6020AF69-7EE6-41E2-A576-3DB016619F19}" dt="2025-10-23T09:34:09.079" v="1527" actId="47"/>
        <pc:sldMkLst>
          <pc:docMk/>
          <pc:sldMk cId="190733570" sldId="262"/>
        </pc:sldMkLst>
      </pc:sldChg>
      <pc:sldChg chg="addSp modSp new del mod">
        <pc:chgData name="Gaurav, Ankit" userId="1d716476-8859-4ec5-ae91-931a2a7b23bd" providerId="ADAL" clId="{6020AF69-7EE6-41E2-A576-3DB016619F19}" dt="2025-11-12T07:35:17.442" v="8925" actId="47"/>
        <pc:sldMkLst>
          <pc:docMk/>
          <pc:sldMk cId="2826228158" sldId="262"/>
        </pc:sldMkLst>
      </pc:sldChg>
      <pc:sldChg chg="addSp modSp new del mod">
        <pc:chgData name="Gaurav, Ankit" userId="1d716476-8859-4ec5-ae91-931a2a7b23bd" providerId="ADAL" clId="{6020AF69-7EE6-41E2-A576-3DB016619F19}" dt="2025-11-12T07:35:12.898" v="8924" actId="47"/>
        <pc:sldMkLst>
          <pc:docMk/>
          <pc:sldMk cId="153739498" sldId="263"/>
        </pc:sldMkLst>
      </pc:sldChg>
      <pc:sldChg chg="del">
        <pc:chgData name="Gaurav, Ankit" userId="1d716476-8859-4ec5-ae91-931a2a7b23bd" providerId="ADAL" clId="{6020AF69-7EE6-41E2-A576-3DB016619F19}" dt="2025-10-23T09:34:10.986" v="1529" actId="47"/>
        <pc:sldMkLst>
          <pc:docMk/>
          <pc:sldMk cId="3348023115" sldId="263"/>
        </pc:sldMkLst>
      </pc:sldChg>
      <pc:sldChg chg="addSp modSp new del mod">
        <pc:chgData name="Gaurav, Ankit" userId="1d716476-8859-4ec5-ae91-931a2a7b23bd" providerId="ADAL" clId="{6020AF69-7EE6-41E2-A576-3DB016619F19}" dt="2025-11-12T07:35:12.898" v="8924" actId="47"/>
        <pc:sldMkLst>
          <pc:docMk/>
          <pc:sldMk cId="3712936811" sldId="264"/>
        </pc:sldMkLst>
      </pc:sldChg>
      <pc:sldChg chg="del">
        <pc:chgData name="Gaurav, Ankit" userId="1d716476-8859-4ec5-ae91-931a2a7b23bd" providerId="ADAL" clId="{6020AF69-7EE6-41E2-A576-3DB016619F19}" dt="2025-10-23T09:34:12.334" v="1530" actId="47"/>
        <pc:sldMkLst>
          <pc:docMk/>
          <pc:sldMk cId="4193886841" sldId="264"/>
        </pc:sldMkLst>
      </pc:sldChg>
      <pc:sldChg chg="del">
        <pc:chgData name="Gaurav, Ankit" userId="1d716476-8859-4ec5-ae91-931a2a7b23bd" providerId="ADAL" clId="{6020AF69-7EE6-41E2-A576-3DB016619F19}" dt="2025-10-23T09:34:13.330" v="1531" actId="47"/>
        <pc:sldMkLst>
          <pc:docMk/>
          <pc:sldMk cId="730951499" sldId="265"/>
        </pc:sldMkLst>
      </pc:sldChg>
      <pc:sldChg chg="addSp delSp modSp new del mod">
        <pc:chgData name="Gaurav, Ankit" userId="1d716476-8859-4ec5-ae91-931a2a7b23bd" providerId="ADAL" clId="{6020AF69-7EE6-41E2-A576-3DB016619F19}" dt="2025-11-12T07:35:12.898" v="8924" actId="47"/>
        <pc:sldMkLst>
          <pc:docMk/>
          <pc:sldMk cId="2363398020" sldId="265"/>
        </pc:sldMkLst>
      </pc:sldChg>
      <pc:sldChg chg="addSp delSp modSp new del mod">
        <pc:chgData name="Gaurav, Ankit" userId="1d716476-8859-4ec5-ae91-931a2a7b23bd" providerId="ADAL" clId="{6020AF69-7EE6-41E2-A576-3DB016619F19}" dt="2025-11-12T07:35:12.898" v="8924" actId="47"/>
        <pc:sldMkLst>
          <pc:docMk/>
          <pc:sldMk cId="888965233" sldId="266"/>
        </pc:sldMkLst>
      </pc:sldChg>
      <pc:sldChg chg="del">
        <pc:chgData name="Gaurav, Ankit" userId="1d716476-8859-4ec5-ae91-931a2a7b23bd" providerId="ADAL" clId="{6020AF69-7EE6-41E2-A576-3DB016619F19}" dt="2025-10-23T09:34:14.394" v="1532" actId="47"/>
        <pc:sldMkLst>
          <pc:docMk/>
          <pc:sldMk cId="2292985906" sldId="266"/>
        </pc:sldMkLst>
      </pc:sldChg>
      <pc:sldChg chg="del">
        <pc:chgData name="Gaurav, Ankit" userId="1d716476-8859-4ec5-ae91-931a2a7b23bd" providerId="ADAL" clId="{6020AF69-7EE6-41E2-A576-3DB016619F19}" dt="2025-10-23T09:34:18.070" v="1533" actId="47"/>
        <pc:sldMkLst>
          <pc:docMk/>
          <pc:sldMk cId="958432778" sldId="267"/>
        </pc:sldMkLst>
      </pc:sldChg>
      <pc:sldChg chg="addSp delSp modSp new del mod modNotesTx">
        <pc:chgData name="Gaurav, Ankit" userId="1d716476-8859-4ec5-ae91-931a2a7b23bd" providerId="ADAL" clId="{6020AF69-7EE6-41E2-A576-3DB016619F19}" dt="2025-11-12T07:35:12.898" v="8924" actId="47"/>
        <pc:sldMkLst>
          <pc:docMk/>
          <pc:sldMk cId="2844311695" sldId="267"/>
        </pc:sldMkLst>
      </pc:sldChg>
      <pc:sldChg chg="new del">
        <pc:chgData name="Gaurav, Ankit" userId="1d716476-8859-4ec5-ae91-931a2a7b23bd" providerId="ADAL" clId="{6020AF69-7EE6-41E2-A576-3DB016619F19}" dt="2025-10-27T11:04:59.793" v="2581" actId="47"/>
        <pc:sldMkLst>
          <pc:docMk/>
          <pc:sldMk cId="1975053864" sldId="268"/>
        </pc:sldMkLst>
      </pc:sldChg>
      <pc:sldChg chg="del">
        <pc:chgData name="Gaurav, Ankit" userId="1d716476-8859-4ec5-ae91-931a2a7b23bd" providerId="ADAL" clId="{6020AF69-7EE6-41E2-A576-3DB016619F19}" dt="2025-10-27T06:30:02.720" v="2285" actId="47"/>
        <pc:sldMkLst>
          <pc:docMk/>
          <pc:sldMk cId="2416852247" sldId="268"/>
        </pc:sldMkLst>
      </pc:sldChg>
      <pc:sldChg chg="del">
        <pc:chgData name="Gaurav, Ankit" userId="1d716476-8859-4ec5-ae91-931a2a7b23bd" providerId="ADAL" clId="{6020AF69-7EE6-41E2-A576-3DB016619F19}" dt="2025-11-12T07:35:12.898" v="8924" actId="47"/>
        <pc:sldMkLst>
          <pc:docMk/>
          <pc:sldMk cId="3945836451" sldId="268"/>
        </pc:sldMkLst>
      </pc:sldChg>
      <pc:sldChg chg="del">
        <pc:chgData name="Gaurav, Ankit" userId="1d716476-8859-4ec5-ae91-931a2a7b23bd" providerId="ADAL" clId="{6020AF69-7EE6-41E2-A576-3DB016619F19}" dt="2025-10-23T09:34:18.944" v="1534" actId="47"/>
        <pc:sldMkLst>
          <pc:docMk/>
          <pc:sldMk cId="3193992500" sldId="269"/>
        </pc:sldMkLst>
      </pc:sldChg>
      <pc:sldChg chg="addSp modSp new del mod">
        <pc:chgData name="Gaurav, Ankit" userId="1d716476-8859-4ec5-ae91-931a2a7b23bd" providerId="ADAL" clId="{6020AF69-7EE6-41E2-A576-3DB016619F19}" dt="2025-11-12T07:35:12.898" v="8924" actId="47"/>
        <pc:sldMkLst>
          <pc:docMk/>
          <pc:sldMk cId="3474619652" sldId="269"/>
        </pc:sldMkLst>
      </pc:sldChg>
      <pc:sldChg chg="add del">
        <pc:chgData name="Gaurav, Ankit" userId="1d716476-8859-4ec5-ae91-931a2a7b23bd" providerId="ADAL" clId="{6020AF69-7EE6-41E2-A576-3DB016619F19}" dt="2025-10-27T06:21:52.115" v="2233" actId="47"/>
        <pc:sldMkLst>
          <pc:docMk/>
          <pc:sldMk cId="694511065" sldId="270"/>
        </pc:sldMkLst>
      </pc:sldChg>
      <pc:sldChg chg="addSp delSp modSp new del mod">
        <pc:chgData name="Gaurav, Ankit" userId="1d716476-8859-4ec5-ae91-931a2a7b23bd" providerId="ADAL" clId="{6020AF69-7EE6-41E2-A576-3DB016619F19}" dt="2025-11-12T07:35:12.898" v="8924" actId="47"/>
        <pc:sldMkLst>
          <pc:docMk/>
          <pc:sldMk cId="2089423154" sldId="270"/>
        </pc:sldMkLst>
      </pc:sldChg>
      <pc:sldChg chg="del">
        <pc:chgData name="Gaurav, Ankit" userId="1d716476-8859-4ec5-ae91-931a2a7b23bd" providerId="ADAL" clId="{6020AF69-7EE6-41E2-A576-3DB016619F19}" dt="2025-10-27T06:21:54.158" v="2234" actId="47"/>
        <pc:sldMkLst>
          <pc:docMk/>
          <pc:sldMk cId="734474014" sldId="271"/>
        </pc:sldMkLst>
      </pc:sldChg>
      <pc:sldChg chg="addSp delSp modSp new del mod">
        <pc:chgData name="Gaurav, Ankit" userId="1d716476-8859-4ec5-ae91-931a2a7b23bd" providerId="ADAL" clId="{6020AF69-7EE6-41E2-A576-3DB016619F19}" dt="2025-11-12T07:35:12.898" v="8924" actId="47"/>
        <pc:sldMkLst>
          <pc:docMk/>
          <pc:sldMk cId="4250165877" sldId="271"/>
        </pc:sldMkLst>
      </pc:sldChg>
      <pc:sldChg chg="del">
        <pc:chgData name="Gaurav, Ankit" userId="1d716476-8859-4ec5-ae91-931a2a7b23bd" providerId="ADAL" clId="{6020AF69-7EE6-41E2-A576-3DB016619F19}" dt="2025-11-12T07:35:12.898" v="8924" actId="47"/>
        <pc:sldMkLst>
          <pc:docMk/>
          <pc:sldMk cId="1809166081" sldId="272"/>
        </pc:sldMkLst>
      </pc:sldChg>
      <pc:sldChg chg="addSp modSp new del mod modNotesTx">
        <pc:chgData name="Gaurav, Ankit" userId="1d716476-8859-4ec5-ae91-931a2a7b23bd" providerId="ADAL" clId="{6020AF69-7EE6-41E2-A576-3DB016619F19}" dt="2025-11-12T07:35:12.898" v="8924" actId="47"/>
        <pc:sldMkLst>
          <pc:docMk/>
          <pc:sldMk cId="615012833" sldId="273"/>
        </pc:sldMkLst>
      </pc:sldChg>
      <pc:sldChg chg="del">
        <pc:chgData name="Gaurav, Ankit" userId="1d716476-8859-4ec5-ae91-931a2a7b23bd" providerId="ADAL" clId="{6020AF69-7EE6-41E2-A576-3DB016619F19}" dt="2025-10-28T07:32:17.683" v="2594" actId="47"/>
        <pc:sldMkLst>
          <pc:docMk/>
          <pc:sldMk cId="2888836229" sldId="273"/>
        </pc:sldMkLst>
      </pc:sldChg>
      <pc:sldChg chg="new del">
        <pc:chgData name="Gaurav, Ankit" userId="1d716476-8859-4ec5-ae91-931a2a7b23bd" providerId="ADAL" clId="{6020AF69-7EE6-41E2-A576-3DB016619F19}" dt="2025-10-28T07:49:24.601" v="2603" actId="47"/>
        <pc:sldMkLst>
          <pc:docMk/>
          <pc:sldMk cId="3541679577" sldId="273"/>
        </pc:sldMkLst>
      </pc:sldChg>
      <pc:sldChg chg="del">
        <pc:chgData name="Gaurav, Ankit" userId="1d716476-8859-4ec5-ae91-931a2a7b23bd" providerId="ADAL" clId="{6020AF69-7EE6-41E2-A576-3DB016619F19}" dt="2025-11-12T07:35:12.898" v="8924" actId="47"/>
        <pc:sldMkLst>
          <pc:docMk/>
          <pc:sldMk cId="2919803003" sldId="274"/>
        </pc:sldMkLst>
      </pc:sldChg>
      <pc:sldChg chg="del">
        <pc:chgData name="Gaurav, Ankit" userId="1d716476-8859-4ec5-ae91-931a2a7b23bd" providerId="ADAL" clId="{6020AF69-7EE6-41E2-A576-3DB016619F19}" dt="2025-11-12T07:35:04.377" v="8923" actId="47"/>
        <pc:sldMkLst>
          <pc:docMk/>
          <pc:sldMk cId="267042592" sldId="275"/>
        </pc:sldMkLst>
      </pc:sldChg>
      <pc:sldChg chg="del">
        <pc:chgData name="Gaurav, Ankit" userId="1d716476-8859-4ec5-ae91-931a2a7b23bd" providerId="ADAL" clId="{6020AF69-7EE6-41E2-A576-3DB016619F19}" dt="2025-11-12T07:35:04.377" v="8923" actId="47"/>
        <pc:sldMkLst>
          <pc:docMk/>
          <pc:sldMk cId="3826256448" sldId="276"/>
        </pc:sldMkLst>
      </pc:sldChg>
      <pc:sldChg chg="del">
        <pc:chgData name="Gaurav, Ankit" userId="1d716476-8859-4ec5-ae91-931a2a7b23bd" providerId="ADAL" clId="{6020AF69-7EE6-41E2-A576-3DB016619F19}" dt="2025-11-12T07:35:12.898" v="8924" actId="47"/>
        <pc:sldMkLst>
          <pc:docMk/>
          <pc:sldMk cId="3024408998" sldId="277"/>
        </pc:sldMkLst>
      </pc:sldChg>
      <pc:sldChg chg="addSp modSp new del mod">
        <pc:chgData name="Gaurav, Ankit" userId="1d716476-8859-4ec5-ae91-931a2a7b23bd" providerId="ADAL" clId="{6020AF69-7EE6-41E2-A576-3DB016619F19}" dt="2025-11-12T07:35:12.898" v="8924" actId="47"/>
        <pc:sldMkLst>
          <pc:docMk/>
          <pc:sldMk cId="3643082524" sldId="278"/>
        </pc:sldMkLst>
      </pc:sldChg>
      <pc:sldChg chg="addSp delSp modSp new del mod">
        <pc:chgData name="Gaurav, Ankit" userId="1d716476-8859-4ec5-ae91-931a2a7b23bd" providerId="ADAL" clId="{6020AF69-7EE6-41E2-A576-3DB016619F19}" dt="2025-11-12T07:35:12.898" v="8924" actId="47"/>
        <pc:sldMkLst>
          <pc:docMk/>
          <pc:sldMk cId="112604177" sldId="279"/>
        </pc:sldMkLst>
      </pc:sldChg>
      <pc:sldChg chg="del">
        <pc:chgData name="Gaurav, Ankit" userId="1d716476-8859-4ec5-ae91-931a2a7b23bd" providerId="ADAL" clId="{6020AF69-7EE6-41E2-A576-3DB016619F19}" dt="2025-11-12T07:35:12.898" v="8924" actId="47"/>
        <pc:sldMkLst>
          <pc:docMk/>
          <pc:sldMk cId="3247271392" sldId="280"/>
        </pc:sldMkLst>
      </pc:sldChg>
      <pc:sldChg chg="del">
        <pc:chgData name="Gaurav, Ankit" userId="1d716476-8859-4ec5-ae91-931a2a7b23bd" providerId="ADAL" clId="{6020AF69-7EE6-41E2-A576-3DB016619F19}" dt="2025-11-12T07:35:12.898" v="8924" actId="47"/>
        <pc:sldMkLst>
          <pc:docMk/>
          <pc:sldMk cId="3205864401" sldId="281"/>
        </pc:sldMkLst>
      </pc:sldChg>
      <pc:sldChg chg="modSp del mod">
        <pc:chgData name="Gaurav, Ankit" userId="1d716476-8859-4ec5-ae91-931a2a7b23bd" providerId="ADAL" clId="{6020AF69-7EE6-41E2-A576-3DB016619F19}" dt="2025-11-12T07:35:12.898" v="8924" actId="47"/>
        <pc:sldMkLst>
          <pc:docMk/>
          <pc:sldMk cId="2875758694" sldId="282"/>
        </pc:sldMkLst>
      </pc:sldChg>
      <pc:sldChg chg="addSp delSp modSp del mod">
        <pc:chgData name="Gaurav, Ankit" userId="1d716476-8859-4ec5-ae91-931a2a7b23bd" providerId="ADAL" clId="{6020AF69-7EE6-41E2-A576-3DB016619F19}" dt="2025-11-12T07:35:12.898" v="8924" actId="47"/>
        <pc:sldMkLst>
          <pc:docMk/>
          <pc:sldMk cId="1148355994" sldId="283"/>
        </pc:sldMkLst>
      </pc:sldChg>
      <pc:sldChg chg="addSp delSp modSp new del mod modNotesTx">
        <pc:chgData name="Gaurav, Ankit" userId="1d716476-8859-4ec5-ae91-931a2a7b23bd" providerId="ADAL" clId="{6020AF69-7EE6-41E2-A576-3DB016619F19}" dt="2025-11-12T07:35:04.377" v="8923" actId="47"/>
        <pc:sldMkLst>
          <pc:docMk/>
          <pc:sldMk cId="1061686820" sldId="284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909819358" sldId="285"/>
        </pc:sldMkLst>
      </pc:sldChg>
      <pc:sldChg chg="addSp delSp modSp new del mod modNotesTx">
        <pc:chgData name="Gaurav, Ankit" userId="1d716476-8859-4ec5-ae91-931a2a7b23bd" providerId="ADAL" clId="{6020AF69-7EE6-41E2-A576-3DB016619F19}" dt="2025-11-12T07:34:38.918" v="8922" actId="47"/>
        <pc:sldMkLst>
          <pc:docMk/>
          <pc:sldMk cId="1372486950" sldId="286"/>
        </pc:sldMkLst>
      </pc:sldChg>
      <pc:sldChg chg="addSp modSp new del mod">
        <pc:chgData name="Gaurav, Ankit" userId="1d716476-8859-4ec5-ae91-931a2a7b23bd" providerId="ADAL" clId="{6020AF69-7EE6-41E2-A576-3DB016619F19}" dt="2025-11-12T07:34:38.918" v="8922" actId="47"/>
        <pc:sldMkLst>
          <pc:docMk/>
          <pc:sldMk cId="2969612429" sldId="287"/>
        </pc:sldMkLst>
      </pc:sldChg>
      <pc:sldChg chg="addSp delSp modSp new del mod modNotesTx">
        <pc:chgData name="Gaurav, Ankit" userId="1d716476-8859-4ec5-ae91-931a2a7b23bd" providerId="ADAL" clId="{6020AF69-7EE6-41E2-A576-3DB016619F19}" dt="2025-11-12T07:34:38.918" v="8922" actId="47"/>
        <pc:sldMkLst>
          <pc:docMk/>
          <pc:sldMk cId="3167519205" sldId="288"/>
        </pc:sldMkLst>
      </pc:sldChg>
      <pc:sldChg chg="addSp delSp modSp new del mod">
        <pc:chgData name="Gaurav, Ankit" userId="1d716476-8859-4ec5-ae91-931a2a7b23bd" providerId="ADAL" clId="{6020AF69-7EE6-41E2-A576-3DB016619F19}" dt="2025-11-12T07:34:38.918" v="8922" actId="47"/>
        <pc:sldMkLst>
          <pc:docMk/>
          <pc:sldMk cId="274574661" sldId="289"/>
        </pc:sldMkLst>
      </pc:sldChg>
      <pc:sldChg chg="addSp delSp modSp new del mod modNotesTx">
        <pc:chgData name="Gaurav, Ankit" userId="1d716476-8859-4ec5-ae91-931a2a7b23bd" providerId="ADAL" clId="{6020AF69-7EE6-41E2-A576-3DB016619F19}" dt="2025-11-12T07:34:38.918" v="8922" actId="47"/>
        <pc:sldMkLst>
          <pc:docMk/>
          <pc:sldMk cId="3588342932" sldId="290"/>
        </pc:sldMkLst>
      </pc:sldChg>
      <pc:sldChg chg="addSp delSp modSp new del mod">
        <pc:chgData name="Gaurav, Ankit" userId="1d716476-8859-4ec5-ae91-931a2a7b23bd" providerId="ADAL" clId="{6020AF69-7EE6-41E2-A576-3DB016619F19}" dt="2025-11-12T07:34:38.918" v="8922" actId="47"/>
        <pc:sldMkLst>
          <pc:docMk/>
          <pc:sldMk cId="3247428295" sldId="291"/>
        </pc:sldMkLst>
      </pc:sldChg>
      <pc:sldChg chg="addSp modSp new del mod modNotesTx">
        <pc:chgData name="Gaurav, Ankit" userId="1d716476-8859-4ec5-ae91-931a2a7b23bd" providerId="ADAL" clId="{6020AF69-7EE6-41E2-A576-3DB016619F19}" dt="2025-11-12T07:35:04.377" v="8923" actId="47"/>
        <pc:sldMkLst>
          <pc:docMk/>
          <pc:sldMk cId="932374556" sldId="292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827697951" sldId="293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187714603" sldId="294"/>
        </pc:sldMkLst>
      </pc:sldChg>
      <pc:sldChg chg="addSp modSp new del mod">
        <pc:chgData name="Gaurav, Ankit" userId="1d716476-8859-4ec5-ae91-931a2a7b23bd" providerId="ADAL" clId="{6020AF69-7EE6-41E2-A576-3DB016619F19}" dt="2025-10-31T09:56:33.275" v="4914" actId="47"/>
        <pc:sldMkLst>
          <pc:docMk/>
          <pc:sldMk cId="2233452266" sldId="295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3766825067" sldId="295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291227023" sldId="296"/>
        </pc:sldMkLst>
      </pc:sldChg>
      <pc:sldChg chg="addSp modSp new del mod">
        <pc:chgData name="Gaurav, Ankit" userId="1d716476-8859-4ec5-ae91-931a2a7b23bd" providerId="ADAL" clId="{6020AF69-7EE6-41E2-A576-3DB016619F19}" dt="2025-11-12T07:34:38.918" v="8922" actId="47"/>
        <pc:sldMkLst>
          <pc:docMk/>
          <pc:sldMk cId="824244127" sldId="297"/>
        </pc:sldMkLst>
      </pc:sldChg>
      <pc:sldChg chg="addSp modSp new del mod">
        <pc:chgData name="Gaurav, Ankit" userId="1d716476-8859-4ec5-ae91-931a2a7b23bd" providerId="ADAL" clId="{6020AF69-7EE6-41E2-A576-3DB016619F19}" dt="2025-11-12T07:34:38.918" v="8922" actId="47"/>
        <pc:sldMkLst>
          <pc:docMk/>
          <pc:sldMk cId="1295029444" sldId="298"/>
        </pc:sldMkLst>
      </pc:sldChg>
      <pc:sldChg chg="addSp delSp modSp new del mod">
        <pc:chgData name="Gaurav, Ankit" userId="1d716476-8859-4ec5-ae91-931a2a7b23bd" providerId="ADAL" clId="{6020AF69-7EE6-41E2-A576-3DB016619F19}" dt="2025-11-12T07:34:38.918" v="8922" actId="47"/>
        <pc:sldMkLst>
          <pc:docMk/>
          <pc:sldMk cId="2574799681" sldId="299"/>
        </pc:sldMkLst>
      </pc:sldChg>
      <pc:sldChg chg="addSp modSp new del mod">
        <pc:chgData name="Gaurav, Ankit" userId="1d716476-8859-4ec5-ae91-931a2a7b23bd" providerId="ADAL" clId="{6020AF69-7EE6-41E2-A576-3DB016619F19}" dt="2025-11-12T07:34:38.918" v="8922" actId="47"/>
        <pc:sldMkLst>
          <pc:docMk/>
          <pc:sldMk cId="902383887" sldId="300"/>
        </pc:sldMkLst>
      </pc:sldChg>
      <pc:sldChg chg="addSp delSp modSp new del mod">
        <pc:chgData name="Gaurav, Ankit" userId="1d716476-8859-4ec5-ae91-931a2a7b23bd" providerId="ADAL" clId="{6020AF69-7EE6-41E2-A576-3DB016619F19}" dt="2025-11-12T07:34:38.918" v="8922" actId="47"/>
        <pc:sldMkLst>
          <pc:docMk/>
          <pc:sldMk cId="3121353894" sldId="301"/>
        </pc:sldMkLst>
      </pc:sldChg>
      <pc:sldChg chg="addSp modSp new del mod ord">
        <pc:chgData name="Gaurav, Ankit" userId="1d716476-8859-4ec5-ae91-931a2a7b23bd" providerId="ADAL" clId="{6020AF69-7EE6-41E2-A576-3DB016619F19}" dt="2025-11-12T07:35:04.377" v="8923" actId="47"/>
        <pc:sldMkLst>
          <pc:docMk/>
          <pc:sldMk cId="689417043" sldId="302"/>
        </pc:sldMkLst>
      </pc:sldChg>
      <pc:sldChg chg="addSp delSp modSp new del mod">
        <pc:chgData name="Gaurav, Ankit" userId="1d716476-8859-4ec5-ae91-931a2a7b23bd" providerId="ADAL" clId="{6020AF69-7EE6-41E2-A576-3DB016619F19}" dt="2025-11-12T07:34:38.918" v="8922" actId="47"/>
        <pc:sldMkLst>
          <pc:docMk/>
          <pc:sldMk cId="2983115696" sldId="303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389870872" sldId="304"/>
        </pc:sldMkLst>
      </pc:sldChg>
      <pc:sldChg chg="addSp modSp new del mod">
        <pc:chgData name="Gaurav, Ankit" userId="1d716476-8859-4ec5-ae91-931a2a7b23bd" providerId="ADAL" clId="{6020AF69-7EE6-41E2-A576-3DB016619F19}" dt="2025-10-31T06:37:49.930" v="4392" actId="47"/>
        <pc:sldMkLst>
          <pc:docMk/>
          <pc:sldMk cId="3468666001" sldId="304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259845577" sldId="305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158406232" sldId="306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3973637085" sldId="307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3621069188" sldId="308"/>
        </pc:sldMkLst>
      </pc:sldChg>
      <pc:sldChg chg="addSp modSp new del mod modNotesTx">
        <pc:chgData name="Gaurav, Ankit" userId="1d716476-8859-4ec5-ae91-931a2a7b23bd" providerId="ADAL" clId="{6020AF69-7EE6-41E2-A576-3DB016619F19}" dt="2025-11-12T07:35:04.377" v="8923" actId="47"/>
        <pc:sldMkLst>
          <pc:docMk/>
          <pc:sldMk cId="3863333230" sldId="309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37169600" sldId="310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064458138" sldId="311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3259239742" sldId="312"/>
        </pc:sldMkLst>
      </pc:sldChg>
      <pc:sldChg chg="addSp modSp new del mod">
        <pc:chgData name="Gaurav, Ankit" userId="1d716476-8859-4ec5-ae91-931a2a7b23bd" providerId="ADAL" clId="{6020AF69-7EE6-41E2-A576-3DB016619F19}" dt="2025-11-03T07:50:18.237" v="5447" actId="47"/>
        <pc:sldMkLst>
          <pc:docMk/>
          <pc:sldMk cId="908591476" sldId="313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977938229" sldId="313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3612014694" sldId="314"/>
        </pc:sldMkLst>
      </pc:sldChg>
      <pc:sldChg chg="addSp modSp new del mod">
        <pc:chgData name="Gaurav, Ankit" userId="1d716476-8859-4ec5-ae91-931a2a7b23bd" providerId="ADAL" clId="{6020AF69-7EE6-41E2-A576-3DB016619F19}" dt="2025-11-03T08:24:30.216" v="5528" actId="47"/>
        <pc:sldMkLst>
          <pc:docMk/>
          <pc:sldMk cId="1035623721" sldId="315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896945756" sldId="315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92633357" sldId="316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616813648" sldId="317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32639568" sldId="318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800311108" sldId="319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3425294823" sldId="320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4256137418" sldId="321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4206938208" sldId="322"/>
        </pc:sldMkLst>
      </pc:sldChg>
      <pc:sldChg chg="addSp delSp modSp new del mod modNotesTx">
        <pc:chgData name="Gaurav, Ankit" userId="1d716476-8859-4ec5-ae91-931a2a7b23bd" providerId="ADAL" clId="{6020AF69-7EE6-41E2-A576-3DB016619F19}" dt="2025-11-12T07:35:04.377" v="8923" actId="47"/>
        <pc:sldMkLst>
          <pc:docMk/>
          <pc:sldMk cId="470254293" sldId="323"/>
        </pc:sldMkLst>
      </pc:sldChg>
      <pc:sldChg chg="addSp delSp modSp new del mod modNotesTx">
        <pc:chgData name="Gaurav, Ankit" userId="1d716476-8859-4ec5-ae91-931a2a7b23bd" providerId="ADAL" clId="{6020AF69-7EE6-41E2-A576-3DB016619F19}" dt="2025-11-12T07:35:04.377" v="8923" actId="47"/>
        <pc:sldMkLst>
          <pc:docMk/>
          <pc:sldMk cId="1149654455" sldId="324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187526598" sldId="325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694837962" sldId="326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850500856" sldId="327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108647977" sldId="328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654865974" sldId="329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691586492" sldId="330"/>
        </pc:sldMkLst>
      </pc:sldChg>
      <pc:sldChg chg="addSp delSp modSp new del mod modNotesTx">
        <pc:chgData name="Gaurav, Ankit" userId="1d716476-8859-4ec5-ae91-931a2a7b23bd" providerId="ADAL" clId="{6020AF69-7EE6-41E2-A576-3DB016619F19}" dt="2025-11-12T07:35:04.377" v="8923" actId="47"/>
        <pc:sldMkLst>
          <pc:docMk/>
          <pc:sldMk cId="1384366514" sldId="331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008689211" sldId="332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107101649" sldId="333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3149096705" sldId="334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827460231" sldId="335"/>
        </pc:sldMkLst>
      </pc:sldChg>
      <pc:sldChg chg="addSp delSp modSp new del mod modNotesTx">
        <pc:chgData name="Gaurav, Ankit" userId="1d716476-8859-4ec5-ae91-931a2a7b23bd" providerId="ADAL" clId="{6020AF69-7EE6-41E2-A576-3DB016619F19}" dt="2025-11-12T07:35:04.377" v="8923" actId="47"/>
        <pc:sldMkLst>
          <pc:docMk/>
          <pc:sldMk cId="3345888979" sldId="336"/>
        </pc:sldMkLst>
      </pc:sldChg>
      <pc:sldChg chg="addSp modSp new del mod modNotesTx">
        <pc:chgData name="Gaurav, Ankit" userId="1d716476-8859-4ec5-ae91-931a2a7b23bd" providerId="ADAL" clId="{6020AF69-7EE6-41E2-A576-3DB016619F19}" dt="2025-11-10T04:53:05.322" v="7956" actId="47"/>
        <pc:sldMkLst>
          <pc:docMk/>
          <pc:sldMk cId="2009049346" sldId="337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303708748" sldId="337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3180089820" sldId="338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3375760946" sldId="339"/>
        </pc:sldMkLst>
      </pc:sldChg>
      <pc:sldChg chg="addSp modSp new del mod">
        <pc:chgData name="Gaurav, Ankit" userId="1d716476-8859-4ec5-ae91-931a2a7b23bd" providerId="ADAL" clId="{6020AF69-7EE6-41E2-A576-3DB016619F19}" dt="2025-11-10T04:55:48.162" v="7988" actId="47"/>
        <pc:sldMkLst>
          <pc:docMk/>
          <pc:sldMk cId="4292060277" sldId="339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938158811" sldId="340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837406850" sldId="341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409004860" sldId="342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130339763" sldId="343"/>
        </pc:sldMkLst>
      </pc:sldChg>
      <pc:sldChg chg="addSp delSp modSp new add del mod modNotesTx">
        <pc:chgData name="Gaurav, Ankit" userId="1d716476-8859-4ec5-ae91-931a2a7b23bd" providerId="ADAL" clId="{6020AF69-7EE6-41E2-A576-3DB016619F19}" dt="2025-11-10T05:45:53.291" v="8306" actId="47"/>
        <pc:sldMkLst>
          <pc:docMk/>
          <pc:sldMk cId="2362295284" sldId="343"/>
        </pc:sldMkLst>
      </pc:sldChg>
      <pc:sldChg chg="addSp delSp modSp new add del mod">
        <pc:chgData name="Gaurav, Ankit" userId="1d716476-8859-4ec5-ae91-931a2a7b23bd" providerId="ADAL" clId="{6020AF69-7EE6-41E2-A576-3DB016619F19}" dt="2025-11-10T05:50:50.169" v="8364" actId="47"/>
        <pc:sldMkLst>
          <pc:docMk/>
          <pc:sldMk cId="1980559269" sldId="344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3602599560" sldId="344"/>
        </pc:sldMkLst>
      </pc:sldChg>
      <pc:sldChg chg="addSp del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540524746" sldId="345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38616758" sldId="346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299581841" sldId="347"/>
        </pc:sldMkLst>
        <pc:spChg chg="add mod">
          <ac:chgData name="Gaurav, Ankit" userId="1d716476-8859-4ec5-ae91-931a2a7b23bd" providerId="ADAL" clId="{6020AF69-7EE6-41E2-A576-3DB016619F19}" dt="2025-11-11T05:17:28.589" v="8864" actId="1076"/>
          <ac:spMkLst>
            <pc:docMk/>
            <pc:sldMk cId="299581841" sldId="347"/>
            <ac:spMk id="4" creationId="{8D262C95-D886-385D-CC4F-D3CBDCE0FB1A}"/>
          </ac:spMkLst>
        </pc:spChg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6720577" sldId="348"/>
        </pc:sldMkLst>
      </pc:sldChg>
      <pc:sldChg chg="new del">
        <pc:chgData name="Gaurav, Ankit" userId="1d716476-8859-4ec5-ae91-931a2a7b23bd" providerId="ADAL" clId="{6020AF69-7EE6-41E2-A576-3DB016619F19}" dt="2025-11-10T07:43:22.726" v="8663" actId="47"/>
        <pc:sldMkLst>
          <pc:docMk/>
          <pc:sldMk cId="482768947" sldId="349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4274110778" sldId="349"/>
        </pc:sldMkLst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4182769397" sldId="350"/>
        </pc:sldMkLst>
        <pc:spChg chg="mod">
          <ac:chgData name="Gaurav, Ankit" userId="1d716476-8859-4ec5-ae91-931a2a7b23bd" providerId="ADAL" clId="{6020AF69-7EE6-41E2-A576-3DB016619F19}" dt="2025-11-11T05:18:11.928" v="8866"/>
          <ac:spMkLst>
            <pc:docMk/>
            <pc:sldMk cId="4182769397" sldId="350"/>
            <ac:spMk id="2" creationId="{D90D9443-498D-0E63-D775-9EDD0D28FBD5}"/>
          </ac:spMkLst>
        </pc:spChg>
        <pc:spChg chg="add mod">
          <ac:chgData name="Gaurav, Ankit" userId="1d716476-8859-4ec5-ae91-931a2a7b23bd" providerId="ADAL" clId="{6020AF69-7EE6-41E2-A576-3DB016619F19}" dt="2025-11-11T05:19:56.171" v="8884" actId="20577"/>
          <ac:spMkLst>
            <pc:docMk/>
            <pc:sldMk cId="4182769397" sldId="350"/>
            <ac:spMk id="4" creationId="{C49E6615-CA65-713B-7DED-EB64C38A94D3}"/>
          </ac:spMkLst>
        </pc:spChg>
      </pc:sldChg>
      <pc:sldChg chg="addSp mo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1286220738" sldId="351"/>
        </pc:sldMkLst>
        <pc:spChg chg="mod">
          <ac:chgData name="Gaurav, Ankit" userId="1d716476-8859-4ec5-ae91-931a2a7b23bd" providerId="ADAL" clId="{6020AF69-7EE6-41E2-A576-3DB016619F19}" dt="2025-11-11T05:22:25.236" v="8893"/>
          <ac:spMkLst>
            <pc:docMk/>
            <pc:sldMk cId="1286220738" sldId="351"/>
            <ac:spMk id="2" creationId="{2DA940BA-CFDC-5279-819E-928E95628F9A}"/>
          </ac:spMkLst>
        </pc:spChg>
        <pc:spChg chg="add mod">
          <ac:chgData name="Gaurav, Ankit" userId="1d716476-8859-4ec5-ae91-931a2a7b23bd" providerId="ADAL" clId="{6020AF69-7EE6-41E2-A576-3DB016619F19}" dt="2025-11-11T05:22:47.659" v="8899" actId="5793"/>
          <ac:spMkLst>
            <pc:docMk/>
            <pc:sldMk cId="1286220738" sldId="351"/>
            <ac:spMk id="4" creationId="{2A075C58-9B46-6F62-23A2-F8E1C2E16A4C}"/>
          </ac:spMkLst>
        </pc:spChg>
      </pc:sldChg>
      <pc:sldChg chg="addSp new del mod">
        <pc:chgData name="Gaurav, Ankit" userId="1d716476-8859-4ec5-ae91-931a2a7b23bd" providerId="ADAL" clId="{6020AF69-7EE6-41E2-A576-3DB016619F19}" dt="2025-11-12T07:35:04.377" v="8923" actId="47"/>
        <pc:sldMkLst>
          <pc:docMk/>
          <pc:sldMk cId="3691020776" sldId="352"/>
        </pc:sldMkLst>
        <pc:spChg chg="add">
          <ac:chgData name="Gaurav, Ankit" userId="1d716476-8859-4ec5-ae91-931a2a7b23bd" providerId="ADAL" clId="{6020AF69-7EE6-41E2-A576-3DB016619F19}" dt="2025-11-11T05:26:35.551" v="8901" actId="22"/>
          <ac:spMkLst>
            <pc:docMk/>
            <pc:sldMk cId="3691020776" sldId="352"/>
            <ac:spMk id="4" creationId="{57387A1A-E156-D88C-211E-3A257EF82C6E}"/>
          </ac:spMkLst>
        </pc:spChg>
      </pc:sldChg>
      <pc:sldChg chg="addSp modSp mod">
        <pc:chgData name="Gaurav, Ankit" userId="1d716476-8859-4ec5-ae91-931a2a7b23bd" providerId="ADAL" clId="{6020AF69-7EE6-41E2-A576-3DB016619F19}" dt="2025-11-12T07:30:38.880" v="8906" actId="1076"/>
        <pc:sldMkLst>
          <pc:docMk/>
          <pc:sldMk cId="1404207231" sldId="2147483603"/>
        </pc:sldMkLst>
        <pc:spChg chg="add mod">
          <ac:chgData name="Gaurav, Ankit" userId="1d716476-8859-4ec5-ae91-931a2a7b23bd" providerId="ADAL" clId="{6020AF69-7EE6-41E2-A576-3DB016619F19}" dt="2025-11-12T07:30:38.880" v="8906" actId="1076"/>
          <ac:spMkLst>
            <pc:docMk/>
            <pc:sldMk cId="1404207231" sldId="2147483603"/>
            <ac:spMk id="4" creationId="{59F1E9C6-0867-88A8-B462-194177CC1E02}"/>
          </ac:spMkLst>
        </pc:spChg>
        <pc:spChg chg="mod">
          <ac:chgData name="Gaurav, Ankit" userId="1d716476-8859-4ec5-ae91-931a2a7b23bd" providerId="ADAL" clId="{6020AF69-7EE6-41E2-A576-3DB016619F19}" dt="2025-11-12T07:30:35.621" v="8905" actId="255"/>
          <ac:spMkLst>
            <pc:docMk/>
            <pc:sldMk cId="1404207231" sldId="2147483603"/>
            <ac:spMk id="25" creationId="{BBE6A6C3-951C-FE1C-94FC-C06EF49702E6}"/>
          </ac:spMkLst>
        </pc:spChg>
        <pc:picChg chg="mod modCrop">
          <ac:chgData name="Gaurav, Ankit" userId="1d716476-8859-4ec5-ae91-931a2a7b23bd" providerId="ADAL" clId="{6020AF69-7EE6-41E2-A576-3DB016619F19}" dt="2025-10-31T10:01:16.707" v="4947" actId="732"/>
          <ac:picMkLst>
            <pc:docMk/>
            <pc:sldMk cId="1404207231" sldId="2147483603"/>
            <ac:picMk id="5" creationId="{DAE53F18-2E05-80E9-AF60-D1FA05931F44}"/>
          </ac:picMkLst>
        </pc:picChg>
      </pc:sldChg>
      <pc:sldChg chg="addSp delSp modSp mod">
        <pc:chgData name="Gaurav, Ankit" userId="1d716476-8859-4ec5-ae91-931a2a7b23bd" providerId="ADAL" clId="{6020AF69-7EE6-41E2-A576-3DB016619F19}" dt="2025-11-12T08:03:16.362" v="9126" actId="20577"/>
        <pc:sldMkLst>
          <pc:docMk/>
          <pc:sldMk cId="2591559355" sldId="2147483615"/>
        </pc:sldMkLst>
        <pc:spChg chg="mod">
          <ac:chgData name="Gaurav, Ankit" userId="1d716476-8859-4ec5-ae91-931a2a7b23bd" providerId="ADAL" clId="{6020AF69-7EE6-41E2-A576-3DB016619F19}" dt="2025-11-12T07:56:42.794" v="8951" actId="20577"/>
          <ac:spMkLst>
            <pc:docMk/>
            <pc:sldMk cId="2591559355" sldId="2147483615"/>
            <ac:spMk id="6" creationId="{4B3F833E-0832-6253-99BA-D31289713F1B}"/>
          </ac:spMkLst>
        </pc:spChg>
        <pc:spChg chg="mod">
          <ac:chgData name="Gaurav, Ankit" userId="1d716476-8859-4ec5-ae91-931a2a7b23bd" providerId="ADAL" clId="{6020AF69-7EE6-41E2-A576-3DB016619F19}" dt="2025-11-12T08:03:16.362" v="9126" actId="20577"/>
          <ac:spMkLst>
            <pc:docMk/>
            <pc:sldMk cId="2591559355" sldId="2147483615"/>
            <ac:spMk id="7" creationId="{D8BDB0B9-0689-1D15-56A8-C7D0F89BDE3B}"/>
          </ac:spMkLst>
        </pc:spChg>
        <pc:picChg chg="add mod">
          <ac:chgData name="Gaurav, Ankit" userId="1d716476-8859-4ec5-ae91-931a2a7b23bd" providerId="ADAL" clId="{6020AF69-7EE6-41E2-A576-3DB016619F19}" dt="2025-10-23T07:26:10.283" v="1015"/>
          <ac:picMkLst>
            <pc:docMk/>
            <pc:sldMk cId="2591559355" sldId="2147483615"/>
            <ac:picMk id="2" creationId="{2F9720AB-E25B-D127-6B6D-9EC4C6ACA2EF}"/>
          </ac:picMkLst>
        </pc:picChg>
      </pc:sldChg>
      <pc:sldChg chg="del">
        <pc:chgData name="Gaurav, Ankit" userId="1d716476-8859-4ec5-ae91-931a2a7b23bd" providerId="ADAL" clId="{6020AF69-7EE6-41E2-A576-3DB016619F19}" dt="2025-10-23T04:55:50.804" v="0" actId="47"/>
        <pc:sldMkLst>
          <pc:docMk/>
          <pc:sldMk cId="144168453" sldId="2147483620"/>
        </pc:sldMkLst>
      </pc:sldChg>
      <pc:sldChg chg="del">
        <pc:chgData name="Gaurav, Ankit" userId="1d716476-8859-4ec5-ae91-931a2a7b23bd" providerId="ADAL" clId="{6020AF69-7EE6-41E2-A576-3DB016619F19}" dt="2025-10-23T04:55:51.710" v="1" actId="47"/>
        <pc:sldMkLst>
          <pc:docMk/>
          <pc:sldMk cId="3318035352" sldId="2147483621"/>
        </pc:sldMkLst>
      </pc:sldChg>
      <pc:sldChg chg="del">
        <pc:chgData name="Gaurav, Ankit" userId="1d716476-8859-4ec5-ae91-931a2a7b23bd" providerId="ADAL" clId="{6020AF69-7EE6-41E2-A576-3DB016619F19}" dt="2025-10-23T04:55:52.914" v="3" actId="47"/>
        <pc:sldMkLst>
          <pc:docMk/>
          <pc:sldMk cId="2115913619" sldId="2147483622"/>
        </pc:sldMkLst>
      </pc:sldChg>
      <pc:sldChg chg="del">
        <pc:chgData name="Gaurav, Ankit" userId="1d716476-8859-4ec5-ae91-931a2a7b23bd" providerId="ADAL" clId="{6020AF69-7EE6-41E2-A576-3DB016619F19}" dt="2025-10-23T04:55:55.230" v="6" actId="47"/>
        <pc:sldMkLst>
          <pc:docMk/>
          <pc:sldMk cId="3215761767" sldId="2147483623"/>
        </pc:sldMkLst>
      </pc:sldChg>
      <pc:sldChg chg="addSp modSp add del mod ord">
        <pc:chgData name="Gaurav, Ankit" userId="1d716476-8859-4ec5-ae91-931a2a7b23bd" providerId="ADAL" clId="{6020AF69-7EE6-41E2-A576-3DB016619F19}" dt="2025-10-23T08:48:23.052" v="1297" actId="1076"/>
        <pc:sldMkLst>
          <pc:docMk/>
          <pc:sldMk cId="270114091" sldId="2147483624"/>
        </pc:sldMkLst>
        <pc:spChg chg="add mod">
          <ac:chgData name="Gaurav, Ankit" userId="1d716476-8859-4ec5-ae91-931a2a7b23bd" providerId="ADAL" clId="{6020AF69-7EE6-41E2-A576-3DB016619F19}" dt="2025-10-23T08:48:23.052" v="1297" actId="1076"/>
          <ac:spMkLst>
            <pc:docMk/>
            <pc:sldMk cId="270114091" sldId="2147483624"/>
            <ac:spMk id="5" creationId="{B4EDAA05-3127-00F0-4B08-E95603D58385}"/>
          </ac:spMkLst>
        </pc:spChg>
        <pc:picChg chg="add mod">
          <ac:chgData name="Gaurav, Ankit" userId="1d716476-8859-4ec5-ae91-931a2a7b23bd" providerId="ADAL" clId="{6020AF69-7EE6-41E2-A576-3DB016619F19}" dt="2025-10-23T08:46:42.057" v="1286"/>
          <ac:picMkLst>
            <pc:docMk/>
            <pc:sldMk cId="270114091" sldId="2147483624"/>
            <ac:picMk id="2" creationId="{7A801900-13BD-3B6F-6383-0190A7FAE8EF}"/>
          </ac:picMkLst>
        </pc:picChg>
      </pc:sldChg>
      <pc:sldChg chg="addSp delSp modSp add del mod ord">
        <pc:chgData name="Gaurav, Ankit" userId="1d716476-8859-4ec5-ae91-931a2a7b23bd" providerId="ADAL" clId="{6020AF69-7EE6-41E2-A576-3DB016619F19}" dt="2025-10-23T08:48:13.403" v="1296" actId="1076"/>
        <pc:sldMkLst>
          <pc:docMk/>
          <pc:sldMk cId="1488276563" sldId="2147483625"/>
        </pc:sldMkLst>
        <pc:spChg chg="add mod">
          <ac:chgData name="Gaurav, Ankit" userId="1d716476-8859-4ec5-ae91-931a2a7b23bd" providerId="ADAL" clId="{6020AF69-7EE6-41E2-A576-3DB016619F19}" dt="2025-10-23T08:48:13.403" v="1296" actId="1076"/>
          <ac:spMkLst>
            <pc:docMk/>
            <pc:sldMk cId="1488276563" sldId="2147483625"/>
            <ac:spMk id="5" creationId="{5473E63A-E0DE-A6ED-4694-7C69D6BAA433}"/>
          </ac:spMkLst>
        </pc:spChg>
        <pc:picChg chg="add mod">
          <ac:chgData name="Gaurav, Ankit" userId="1d716476-8859-4ec5-ae91-931a2a7b23bd" providerId="ADAL" clId="{6020AF69-7EE6-41E2-A576-3DB016619F19}" dt="2025-10-23T08:47:38.492" v="1294"/>
          <ac:picMkLst>
            <pc:docMk/>
            <pc:sldMk cId="1488276563" sldId="2147483625"/>
            <ac:picMk id="3" creationId="{5014BC46-022D-F5A9-0BE2-F2879B6C6BFF}"/>
          </ac:picMkLst>
        </pc:picChg>
        <pc:picChg chg="mod">
          <ac:chgData name="Gaurav, Ankit" userId="1d716476-8859-4ec5-ae91-931a2a7b23bd" providerId="ADAL" clId="{6020AF69-7EE6-41E2-A576-3DB016619F19}" dt="2025-10-23T08:47:29.640" v="1292" actId="1076"/>
          <ac:picMkLst>
            <pc:docMk/>
            <pc:sldMk cId="1488276563" sldId="2147483625"/>
            <ac:picMk id="4" creationId="{CE8AA107-819B-BCD8-87CC-31110D77C150}"/>
          </ac:picMkLst>
        </pc:picChg>
      </pc:sldChg>
      <pc:sldChg chg="addSp delSp modSp add del mod ord">
        <pc:chgData name="Gaurav, Ankit" userId="1d716476-8859-4ec5-ae91-931a2a7b23bd" providerId="ADAL" clId="{6020AF69-7EE6-41E2-A576-3DB016619F19}" dt="2025-10-23T09:36:41.988" v="1537" actId="22"/>
        <pc:sldMkLst>
          <pc:docMk/>
          <pc:sldMk cId="2052386636" sldId="2147483626"/>
        </pc:sldMkLst>
        <pc:picChg chg="add mod">
          <ac:chgData name="Gaurav, Ankit" userId="1d716476-8859-4ec5-ae91-931a2a7b23bd" providerId="ADAL" clId="{6020AF69-7EE6-41E2-A576-3DB016619F19}" dt="2025-10-23T08:49:58.298" v="1299" actId="1076"/>
          <ac:picMkLst>
            <pc:docMk/>
            <pc:sldMk cId="2052386636" sldId="2147483626"/>
            <ac:picMk id="3" creationId="{83F2BFBE-3608-0AF2-03BE-1C2B4D051BC6}"/>
          </ac:picMkLst>
        </pc:picChg>
      </pc:sldChg>
      <pc:sldChg chg="del">
        <pc:chgData name="Gaurav, Ankit" userId="1d716476-8859-4ec5-ae91-931a2a7b23bd" providerId="ADAL" clId="{6020AF69-7EE6-41E2-A576-3DB016619F19}" dt="2025-11-12T07:35:04.377" v="8923" actId="47"/>
        <pc:sldMkLst>
          <pc:docMk/>
          <pc:sldMk cId="3763169856" sldId="2147483627"/>
        </pc:sldMkLst>
      </pc:sldChg>
      <pc:sldChg chg="addSp delSp modSp new del mod modNotesTx">
        <pc:chgData name="Gaurav, Ankit" userId="1d716476-8859-4ec5-ae91-931a2a7b23bd" providerId="ADAL" clId="{6020AF69-7EE6-41E2-A576-3DB016619F19}" dt="2025-11-12T07:30:44.356" v="8907" actId="47"/>
        <pc:sldMkLst>
          <pc:docMk/>
          <pc:sldMk cId="2543956673" sldId="2147483628"/>
        </pc:sldMkLst>
      </pc:sldChg>
      <pc:sldChg chg="addSp delSp modSp new del mod">
        <pc:chgData name="Gaurav, Ankit" userId="1d716476-8859-4ec5-ae91-931a2a7b23bd" providerId="ADAL" clId="{6020AF69-7EE6-41E2-A576-3DB016619F19}" dt="2025-11-12T07:30:45.676" v="8908" actId="47"/>
        <pc:sldMkLst>
          <pc:docMk/>
          <pc:sldMk cId="2028677537" sldId="2147483629"/>
        </pc:sldMkLst>
      </pc:sldChg>
      <pc:sldChg chg="addSp delSp modSp new del mod">
        <pc:chgData name="Gaurav, Ankit" userId="1d716476-8859-4ec5-ae91-931a2a7b23bd" providerId="ADAL" clId="{6020AF69-7EE6-41E2-A576-3DB016619F19}" dt="2025-11-12T07:30:46.738" v="8909" actId="47"/>
        <pc:sldMkLst>
          <pc:docMk/>
          <pc:sldMk cId="2550373720" sldId="2147483630"/>
        </pc:sldMkLst>
      </pc:sldChg>
      <pc:sldChg chg="addSp delSp modSp new del mod modNotesTx">
        <pc:chgData name="Gaurav, Ankit" userId="1d716476-8859-4ec5-ae91-931a2a7b23bd" providerId="ADAL" clId="{6020AF69-7EE6-41E2-A576-3DB016619F19}" dt="2025-11-12T07:30:53.640" v="8910" actId="47"/>
        <pc:sldMkLst>
          <pc:docMk/>
          <pc:sldMk cId="2672272821" sldId="2147483631"/>
        </pc:sldMkLst>
      </pc:sldChg>
      <pc:sldChg chg="addSp delSp modSp new del mod modNotesTx">
        <pc:chgData name="Gaurav, Ankit" userId="1d716476-8859-4ec5-ae91-931a2a7b23bd" providerId="ADAL" clId="{6020AF69-7EE6-41E2-A576-3DB016619F19}" dt="2025-11-12T07:30:55.699" v="8911" actId="47"/>
        <pc:sldMkLst>
          <pc:docMk/>
          <pc:sldMk cId="276714921" sldId="2147483632"/>
        </pc:sldMkLst>
      </pc:sldChg>
      <pc:sldChg chg="addSp delSp modSp new del mod">
        <pc:chgData name="Gaurav, Ankit" userId="1d716476-8859-4ec5-ae91-931a2a7b23bd" providerId="ADAL" clId="{6020AF69-7EE6-41E2-A576-3DB016619F19}" dt="2025-11-12T07:30:57.147" v="8912" actId="47"/>
        <pc:sldMkLst>
          <pc:docMk/>
          <pc:sldMk cId="1396719234" sldId="2147483633"/>
        </pc:sldMkLst>
      </pc:sldChg>
      <pc:sldChg chg="addSp delSp modSp new del mod">
        <pc:chgData name="Gaurav, Ankit" userId="1d716476-8859-4ec5-ae91-931a2a7b23bd" providerId="ADAL" clId="{6020AF69-7EE6-41E2-A576-3DB016619F19}" dt="2025-11-12T07:31:21.929" v="8913" actId="47"/>
        <pc:sldMkLst>
          <pc:docMk/>
          <pc:sldMk cId="3234227653" sldId="2147483634"/>
        </pc:sldMkLst>
      </pc:sldChg>
      <pc:sldChg chg="addSp delSp modSp new del mod">
        <pc:chgData name="Gaurav, Ankit" userId="1d716476-8859-4ec5-ae91-931a2a7b23bd" providerId="ADAL" clId="{6020AF69-7EE6-41E2-A576-3DB016619F19}" dt="2025-11-12T07:31:23.066" v="8914" actId="47"/>
        <pc:sldMkLst>
          <pc:docMk/>
          <pc:sldMk cId="1058360448" sldId="2147483635"/>
        </pc:sldMkLst>
      </pc:sldChg>
      <pc:sldChg chg="addSp delSp modSp new del mod">
        <pc:chgData name="Gaurav, Ankit" userId="1d716476-8859-4ec5-ae91-931a2a7b23bd" providerId="ADAL" clId="{6020AF69-7EE6-41E2-A576-3DB016619F19}" dt="2025-10-23T06:41:55.283" v="717" actId="47"/>
        <pc:sldMkLst>
          <pc:docMk/>
          <pc:sldMk cId="2332278331" sldId="2147483636"/>
        </pc:sldMkLst>
      </pc:sldChg>
      <pc:sldChg chg="addSp modSp new del mod ord modNotesTx">
        <pc:chgData name="Gaurav, Ankit" userId="1d716476-8859-4ec5-ae91-931a2a7b23bd" providerId="ADAL" clId="{6020AF69-7EE6-41E2-A576-3DB016619F19}" dt="2025-11-12T07:31:23.677" v="8915" actId="47"/>
        <pc:sldMkLst>
          <pc:docMk/>
          <pc:sldMk cId="3131009552" sldId="2147483637"/>
        </pc:sldMkLst>
      </pc:sldChg>
      <pc:sldChg chg="addSp modSp new del mod ord modNotesTx">
        <pc:chgData name="Gaurav, Ankit" userId="1d716476-8859-4ec5-ae91-931a2a7b23bd" providerId="ADAL" clId="{6020AF69-7EE6-41E2-A576-3DB016619F19}" dt="2025-11-12T07:55:53.905" v="8946" actId="47"/>
        <pc:sldMkLst>
          <pc:docMk/>
          <pc:sldMk cId="2412805841" sldId="2147483638"/>
        </pc:sldMkLst>
      </pc:sldChg>
      <pc:sldChg chg="addSp delSp modSp new del mod">
        <pc:chgData name="Gaurav, Ankit" userId="1d716476-8859-4ec5-ae91-931a2a7b23bd" providerId="ADAL" clId="{6020AF69-7EE6-41E2-A576-3DB016619F19}" dt="2025-11-12T07:31:24.613" v="8916" actId="47"/>
        <pc:sldMkLst>
          <pc:docMk/>
          <pc:sldMk cId="3598908411" sldId="2147483639"/>
        </pc:sldMkLst>
      </pc:sldChg>
      <pc:sldChg chg="addSp delSp modSp new del mod modNotesTx">
        <pc:chgData name="Gaurav, Ankit" userId="1d716476-8859-4ec5-ae91-931a2a7b23bd" providerId="ADAL" clId="{6020AF69-7EE6-41E2-A576-3DB016619F19}" dt="2025-11-12T07:31:26.208" v="8917" actId="47"/>
        <pc:sldMkLst>
          <pc:docMk/>
          <pc:sldMk cId="3929475711" sldId="2147483640"/>
        </pc:sldMkLst>
      </pc:sldChg>
      <pc:sldChg chg="addSp modSp new del mod ord">
        <pc:chgData name="Gaurav, Ankit" userId="1d716476-8859-4ec5-ae91-931a2a7b23bd" providerId="ADAL" clId="{6020AF69-7EE6-41E2-A576-3DB016619F19}" dt="2025-11-12T07:31:27.040" v="8918" actId="47"/>
        <pc:sldMkLst>
          <pc:docMk/>
          <pc:sldMk cId="3592165822" sldId="2147483641"/>
        </pc:sldMkLst>
      </pc:sldChg>
      <pc:sldChg chg="addSp delSp modSp new del mod">
        <pc:chgData name="Gaurav, Ankit" userId="1d716476-8859-4ec5-ae91-931a2a7b23bd" providerId="ADAL" clId="{6020AF69-7EE6-41E2-A576-3DB016619F19}" dt="2025-11-12T07:31:36.997" v="8919" actId="47"/>
        <pc:sldMkLst>
          <pc:docMk/>
          <pc:sldMk cId="2739951909" sldId="2147483642"/>
        </pc:sldMkLst>
      </pc:sldChg>
      <pc:sldChg chg="addSp modSp new mod">
        <pc:chgData name="Gaurav, Ankit" userId="1d716476-8859-4ec5-ae91-931a2a7b23bd" providerId="ADAL" clId="{6020AF69-7EE6-41E2-A576-3DB016619F19}" dt="2025-10-23T09:39:21.546" v="1545" actId="20577"/>
        <pc:sldMkLst>
          <pc:docMk/>
          <pc:sldMk cId="868095323" sldId="2147483643"/>
        </pc:sldMkLst>
        <pc:spChg chg="mod">
          <ac:chgData name="Gaurav, Ankit" userId="1d716476-8859-4ec5-ae91-931a2a7b23bd" providerId="ADAL" clId="{6020AF69-7EE6-41E2-A576-3DB016619F19}" dt="2025-10-23T08:44:16.030" v="1249" actId="1076"/>
          <ac:spMkLst>
            <pc:docMk/>
            <pc:sldMk cId="868095323" sldId="2147483643"/>
            <ac:spMk id="2" creationId="{45F96B27-C281-5557-F85D-79DE80DAEC0F}"/>
          </ac:spMkLst>
        </pc:spChg>
        <pc:spChg chg="add mod">
          <ac:chgData name="Gaurav, Ankit" userId="1d716476-8859-4ec5-ae91-931a2a7b23bd" providerId="ADAL" clId="{6020AF69-7EE6-41E2-A576-3DB016619F19}" dt="2025-10-23T08:45:56.456" v="1280" actId="1076"/>
          <ac:spMkLst>
            <pc:docMk/>
            <pc:sldMk cId="868095323" sldId="2147483643"/>
            <ac:spMk id="5" creationId="{AEA6C21F-9AA3-A610-3990-025E2A1CFC03}"/>
          </ac:spMkLst>
        </pc:spChg>
        <pc:spChg chg="add mod">
          <ac:chgData name="Gaurav, Ankit" userId="1d716476-8859-4ec5-ae91-931a2a7b23bd" providerId="ADAL" clId="{6020AF69-7EE6-41E2-A576-3DB016619F19}" dt="2025-10-23T09:39:21.546" v="1545" actId="20577"/>
          <ac:spMkLst>
            <pc:docMk/>
            <pc:sldMk cId="868095323" sldId="2147483643"/>
            <ac:spMk id="7" creationId="{0E169C87-8E05-4247-C424-2DCDC1B6ACDD}"/>
          </ac:spMkLst>
        </pc:spChg>
        <pc:picChg chg="add mod">
          <ac:chgData name="Gaurav, Ankit" userId="1d716476-8859-4ec5-ae91-931a2a7b23bd" providerId="ADAL" clId="{6020AF69-7EE6-41E2-A576-3DB016619F19}" dt="2025-10-23T08:35:05.866" v="1237"/>
          <ac:picMkLst>
            <pc:docMk/>
            <pc:sldMk cId="868095323" sldId="2147483643"/>
            <ac:picMk id="3" creationId="{097F4416-A337-6E85-43F2-D8D0F11BF320}"/>
          </ac:picMkLst>
        </pc:picChg>
      </pc:sldChg>
      <pc:sldChg chg="addSp modSp new del mod">
        <pc:chgData name="Gaurav, Ankit" userId="1d716476-8859-4ec5-ae91-931a2a7b23bd" providerId="ADAL" clId="{6020AF69-7EE6-41E2-A576-3DB016619F19}" dt="2025-11-12T07:52:52.411" v="8929" actId="47"/>
        <pc:sldMkLst>
          <pc:docMk/>
          <pc:sldMk cId="3198360594" sldId="2147483644"/>
        </pc:sldMkLst>
      </pc:sldChg>
      <pc:sldChg chg="addSp modSp new del mod">
        <pc:chgData name="Gaurav, Ankit" userId="1d716476-8859-4ec5-ae91-931a2a7b23bd" providerId="ADAL" clId="{6020AF69-7EE6-41E2-A576-3DB016619F19}" dt="2025-11-12T07:52:58.777" v="8930" actId="47"/>
        <pc:sldMkLst>
          <pc:docMk/>
          <pc:sldMk cId="3991496988" sldId="2147483645"/>
        </pc:sldMkLst>
      </pc:sldChg>
      <pc:sldChg chg="addSp modSp new del mod">
        <pc:chgData name="Gaurav, Ankit" userId="1d716476-8859-4ec5-ae91-931a2a7b23bd" providerId="ADAL" clId="{6020AF69-7EE6-41E2-A576-3DB016619F19}" dt="2025-11-12T07:53:01.601" v="8931" actId="47"/>
        <pc:sldMkLst>
          <pc:docMk/>
          <pc:sldMk cId="204323041" sldId="2147483646"/>
        </pc:sldMkLst>
      </pc:sldChg>
      <pc:sldChg chg="addSp delSp modSp new mod">
        <pc:chgData name="Gaurav, Ankit" userId="1d716476-8859-4ec5-ae91-931a2a7b23bd" providerId="ADAL" clId="{6020AF69-7EE6-41E2-A576-3DB016619F19}" dt="2025-11-12T08:07:07.702" v="9164" actId="20577"/>
        <pc:sldMkLst>
          <pc:docMk/>
          <pc:sldMk cId="956428593" sldId="2147483647"/>
        </pc:sldMkLst>
        <pc:spChg chg="mod">
          <ac:chgData name="Gaurav, Ankit" userId="1d716476-8859-4ec5-ae91-931a2a7b23bd" providerId="ADAL" clId="{6020AF69-7EE6-41E2-A576-3DB016619F19}" dt="2025-11-12T07:55:23.967" v="8944" actId="20577"/>
          <ac:spMkLst>
            <pc:docMk/>
            <pc:sldMk cId="956428593" sldId="2147483647"/>
            <ac:spMk id="2" creationId="{8CDDD992-6D06-3213-80D5-0DFF1F201374}"/>
          </ac:spMkLst>
        </pc:spChg>
        <pc:spChg chg="add mod">
          <ac:chgData name="Gaurav, Ankit" userId="1d716476-8859-4ec5-ae91-931a2a7b23bd" providerId="ADAL" clId="{6020AF69-7EE6-41E2-A576-3DB016619F19}" dt="2025-11-12T08:07:07.702" v="9164" actId="20577"/>
          <ac:spMkLst>
            <pc:docMk/>
            <pc:sldMk cId="956428593" sldId="2147483647"/>
            <ac:spMk id="9" creationId="{382E5379-87E9-B325-A2D9-AA649A34A309}"/>
          </ac:spMkLst>
        </pc:spChg>
        <pc:picChg chg="add del mod modCrop">
          <ac:chgData name="Gaurav, Ankit" userId="1d716476-8859-4ec5-ae91-931a2a7b23bd" providerId="ADAL" clId="{6020AF69-7EE6-41E2-A576-3DB016619F19}" dt="2025-11-12T07:53:34.377" v="8932" actId="478"/>
          <ac:picMkLst>
            <pc:docMk/>
            <pc:sldMk cId="956428593" sldId="2147483647"/>
            <ac:picMk id="4" creationId="{6D872D06-645F-E1E3-8B46-765F41CC3E73}"/>
          </ac:picMkLst>
        </pc:picChg>
        <pc:picChg chg="add mod">
          <ac:chgData name="Gaurav, Ankit" userId="1d716476-8859-4ec5-ae91-931a2a7b23bd" providerId="ADAL" clId="{6020AF69-7EE6-41E2-A576-3DB016619F19}" dt="2025-10-23T10:30:37.204" v="1551"/>
          <ac:picMkLst>
            <pc:docMk/>
            <pc:sldMk cId="956428593" sldId="2147483647"/>
            <ac:picMk id="5" creationId="{14387485-6272-8203-CDBB-C9E01D7535D0}"/>
          </ac:picMkLst>
        </pc:picChg>
        <pc:picChg chg="add mod modCrop">
          <ac:chgData name="Gaurav, Ankit" userId="1d716476-8859-4ec5-ae91-931a2a7b23bd" providerId="ADAL" clId="{6020AF69-7EE6-41E2-A576-3DB016619F19}" dt="2025-11-12T07:55:18.089" v="8942" actId="1076"/>
          <ac:picMkLst>
            <pc:docMk/>
            <pc:sldMk cId="956428593" sldId="2147483647"/>
            <ac:picMk id="6" creationId="{D68B3B31-81B0-2801-B90A-6D8C8D1F900E}"/>
          </ac:picMkLst>
        </pc:picChg>
      </pc:sldChg>
    </pc:docChg>
  </pc:docChgLst>
  <pc:docChgLst>
    <pc:chgData name="Gaurav, Ankit" userId="1d716476-8859-4ec5-ae91-931a2a7b23bd" providerId="ADAL" clId="{00719D39-BBFA-4425-B67F-93DC195BD8F5}"/>
    <pc:docChg chg="undo redo custSel addSld delSld modSld sldOrd">
      <pc:chgData name="Gaurav, Ankit" userId="1d716476-8859-4ec5-ae91-931a2a7b23bd" providerId="ADAL" clId="{00719D39-BBFA-4425-B67F-93DC195BD8F5}" dt="2025-10-13T04:25:23.978" v="1757" actId="20577"/>
      <pc:docMkLst>
        <pc:docMk/>
      </pc:docMkLst>
      <pc:sldChg chg="del">
        <pc:chgData name="Gaurav, Ankit" userId="1d716476-8859-4ec5-ae91-931a2a7b23bd" providerId="ADAL" clId="{00719D39-BBFA-4425-B67F-93DC195BD8F5}" dt="2025-09-08T06:35:17.822" v="43" actId="47"/>
        <pc:sldMkLst>
          <pc:docMk/>
          <pc:sldMk cId="1483469876" sldId="256"/>
        </pc:sldMkLst>
      </pc:sldChg>
      <pc:sldChg chg="addSp delSp modSp new mod setBg">
        <pc:chgData name="Gaurav, Ankit" userId="1d716476-8859-4ec5-ae91-931a2a7b23bd" providerId="ADAL" clId="{00719D39-BBFA-4425-B67F-93DC195BD8F5}" dt="2025-09-23T04:32:29.029" v="1511" actId="113"/>
        <pc:sldMkLst>
          <pc:docMk/>
          <pc:sldMk cId="2285848987" sldId="256"/>
        </pc:sldMkLst>
      </pc:sldChg>
      <pc:sldChg chg="addSp delSp modSp new mod setBg">
        <pc:chgData name="Gaurav, Ankit" userId="1d716476-8859-4ec5-ae91-931a2a7b23bd" providerId="ADAL" clId="{00719D39-BBFA-4425-B67F-93DC195BD8F5}" dt="2025-09-23T04:52:14.728" v="1518" actId="5793"/>
        <pc:sldMkLst>
          <pc:docMk/>
          <pc:sldMk cId="3612879788" sldId="257"/>
        </pc:sldMkLst>
      </pc:sldChg>
      <pc:sldChg chg="addSp delSp modSp new mod setBg">
        <pc:chgData name="Gaurav, Ankit" userId="1d716476-8859-4ec5-ae91-931a2a7b23bd" providerId="ADAL" clId="{00719D39-BBFA-4425-B67F-93DC195BD8F5}" dt="2025-09-23T04:57:52.011" v="1534" actId="1076"/>
        <pc:sldMkLst>
          <pc:docMk/>
          <pc:sldMk cId="2507458728" sldId="258"/>
        </pc:sldMkLst>
      </pc:sldChg>
      <pc:sldChg chg="addSp delSp modSp new mod setBg">
        <pc:chgData name="Gaurav, Ankit" userId="1d716476-8859-4ec5-ae91-931a2a7b23bd" providerId="ADAL" clId="{00719D39-BBFA-4425-B67F-93DC195BD8F5}" dt="2025-09-23T05:24:12.878" v="1604" actId="5793"/>
        <pc:sldMkLst>
          <pc:docMk/>
          <pc:sldMk cId="2527152261" sldId="259"/>
        </pc:sldMkLst>
      </pc:sldChg>
      <pc:sldChg chg="addSp modSp new mod setBg">
        <pc:chgData name="Gaurav, Ankit" userId="1d716476-8859-4ec5-ae91-931a2a7b23bd" providerId="ADAL" clId="{00719D39-BBFA-4425-B67F-93DC195BD8F5}" dt="2025-09-23T05:30:42.113" v="1654" actId="26606"/>
        <pc:sldMkLst>
          <pc:docMk/>
          <pc:sldMk cId="3691329667" sldId="260"/>
        </pc:sldMkLst>
      </pc:sldChg>
      <pc:sldChg chg="del">
        <pc:chgData name="Gaurav, Ankit" userId="1d716476-8859-4ec5-ae91-931a2a7b23bd" providerId="ADAL" clId="{00719D39-BBFA-4425-B67F-93DC195BD8F5}" dt="2025-09-08T06:41:25.033" v="73" actId="47"/>
        <pc:sldMkLst>
          <pc:docMk/>
          <pc:sldMk cId="0" sldId="261"/>
        </pc:sldMkLst>
      </pc:sldChg>
      <pc:sldChg chg="addSp delSp modSp new mod setBg">
        <pc:chgData name="Gaurav, Ankit" userId="1d716476-8859-4ec5-ae91-931a2a7b23bd" providerId="ADAL" clId="{00719D39-BBFA-4425-B67F-93DC195BD8F5}" dt="2025-10-13T04:25:23.978" v="1757" actId="20577"/>
        <pc:sldMkLst>
          <pc:docMk/>
          <pc:sldMk cId="3326389706" sldId="261"/>
        </pc:sldMkLst>
      </pc:sldChg>
      <pc:sldChg chg="addSp delSp modSp new mod setBg">
        <pc:chgData name="Gaurav, Ankit" userId="1d716476-8859-4ec5-ae91-931a2a7b23bd" providerId="ADAL" clId="{00719D39-BBFA-4425-B67F-93DC195BD8F5}" dt="2025-09-23T05:30:19.973" v="1650" actId="122"/>
        <pc:sldMkLst>
          <pc:docMk/>
          <pc:sldMk cId="190733570" sldId="262"/>
        </pc:sldMkLst>
      </pc:sldChg>
      <pc:sldChg chg="addSp modSp new mod setBg">
        <pc:chgData name="Gaurav, Ankit" userId="1d716476-8859-4ec5-ae91-931a2a7b23bd" providerId="ADAL" clId="{00719D39-BBFA-4425-B67F-93DC195BD8F5}" dt="2025-09-23T05:32:15.500" v="1669" actId="20577"/>
        <pc:sldMkLst>
          <pc:docMk/>
          <pc:sldMk cId="3348023115" sldId="263"/>
        </pc:sldMkLst>
      </pc:sldChg>
      <pc:sldChg chg="addSp modSp new mod setBg">
        <pc:chgData name="Gaurav, Ankit" userId="1d716476-8859-4ec5-ae91-931a2a7b23bd" providerId="ADAL" clId="{00719D39-BBFA-4425-B67F-93DC195BD8F5}" dt="2025-09-23T08:56:33.665" v="1734" actId="255"/>
        <pc:sldMkLst>
          <pc:docMk/>
          <pc:sldMk cId="4193886841" sldId="264"/>
        </pc:sldMkLst>
      </pc:sldChg>
      <pc:sldChg chg="addSp modSp new mod setBg">
        <pc:chgData name="Gaurav, Ankit" userId="1d716476-8859-4ec5-ae91-931a2a7b23bd" providerId="ADAL" clId="{00719D39-BBFA-4425-B67F-93DC195BD8F5}" dt="2025-09-23T05:44:17.282" v="1732" actId="5793"/>
        <pc:sldMkLst>
          <pc:docMk/>
          <pc:sldMk cId="730951499" sldId="265"/>
        </pc:sldMkLst>
      </pc:sldChg>
      <pc:sldChg chg="addSp modSp new mod setBg">
        <pc:chgData name="Gaurav, Ankit" userId="1d716476-8859-4ec5-ae91-931a2a7b23bd" providerId="ADAL" clId="{00719D39-BBFA-4425-B67F-93DC195BD8F5}" dt="2025-09-23T09:10:26.455" v="1748" actId="26606"/>
        <pc:sldMkLst>
          <pc:docMk/>
          <pc:sldMk cId="2292985906" sldId="266"/>
        </pc:sldMkLst>
      </pc:sldChg>
      <pc:sldChg chg="del">
        <pc:chgData name="Gaurav, Ankit" userId="1d716476-8859-4ec5-ae91-931a2a7b23bd" providerId="ADAL" clId="{00719D39-BBFA-4425-B67F-93DC195BD8F5}" dt="2025-09-08T06:41:45.623" v="79" actId="47"/>
        <pc:sldMkLst>
          <pc:docMk/>
          <pc:sldMk cId="1832279736" sldId="267"/>
        </pc:sldMkLst>
      </pc:sldChg>
      <pc:sldChg chg="del">
        <pc:chgData name="Gaurav, Ankit" userId="1d716476-8859-4ec5-ae91-931a2a7b23bd" providerId="ADAL" clId="{00719D39-BBFA-4425-B67F-93DC195BD8F5}" dt="2025-09-08T06:36:44.589" v="46" actId="47"/>
        <pc:sldMkLst>
          <pc:docMk/>
          <pc:sldMk cId="3064746418" sldId="277"/>
        </pc:sldMkLst>
      </pc:sldChg>
      <pc:sldChg chg="del">
        <pc:chgData name="Gaurav, Ankit" userId="1d716476-8859-4ec5-ae91-931a2a7b23bd" providerId="ADAL" clId="{00719D39-BBFA-4425-B67F-93DC195BD8F5}" dt="2025-09-08T06:13:57.354" v="2" actId="47"/>
        <pc:sldMkLst>
          <pc:docMk/>
          <pc:sldMk cId="362864761" sldId="279"/>
        </pc:sldMkLst>
      </pc:sldChg>
      <pc:sldChg chg="del">
        <pc:chgData name="Gaurav, Ankit" userId="1d716476-8859-4ec5-ae91-931a2a7b23bd" providerId="ADAL" clId="{00719D39-BBFA-4425-B67F-93DC195BD8F5}" dt="2025-09-08T06:40:17.235" v="67" actId="47"/>
        <pc:sldMkLst>
          <pc:docMk/>
          <pc:sldMk cId="4170158429" sldId="280"/>
        </pc:sldMkLst>
      </pc:sldChg>
      <pc:sldChg chg="del">
        <pc:chgData name="Gaurav, Ankit" userId="1d716476-8859-4ec5-ae91-931a2a7b23bd" providerId="ADAL" clId="{00719D39-BBFA-4425-B67F-93DC195BD8F5}" dt="2025-09-08T07:50:21.848" v="163" actId="47"/>
        <pc:sldMkLst>
          <pc:docMk/>
          <pc:sldMk cId="187554463" sldId="2147482883"/>
        </pc:sldMkLst>
      </pc:sldChg>
      <pc:sldChg chg="del">
        <pc:chgData name="Gaurav, Ankit" userId="1d716476-8859-4ec5-ae91-931a2a7b23bd" providerId="ADAL" clId="{00719D39-BBFA-4425-B67F-93DC195BD8F5}" dt="2025-09-08T06:41:38.563" v="76" actId="47"/>
        <pc:sldMkLst>
          <pc:docMk/>
          <pc:sldMk cId="0" sldId="2147483548"/>
        </pc:sldMkLst>
      </pc:sldChg>
      <pc:sldChg chg="addSp delSp modSp del mod">
        <pc:chgData name="Gaurav, Ankit" userId="1d716476-8859-4ec5-ae91-931a2a7b23bd" providerId="ADAL" clId="{00719D39-BBFA-4425-B67F-93DC195BD8F5}" dt="2025-09-08T09:10:52.395" v="309" actId="47"/>
        <pc:sldMkLst>
          <pc:docMk/>
          <pc:sldMk cId="54156258" sldId="2147483558"/>
        </pc:sldMkLst>
      </pc:sldChg>
      <pc:sldChg chg="del">
        <pc:chgData name="Gaurav, Ankit" userId="1d716476-8859-4ec5-ae91-931a2a7b23bd" providerId="ADAL" clId="{00719D39-BBFA-4425-B67F-93DC195BD8F5}" dt="2025-09-08T06:41:27.944" v="74" actId="47"/>
        <pc:sldMkLst>
          <pc:docMk/>
          <pc:sldMk cId="1853199756" sldId="2147483593"/>
        </pc:sldMkLst>
      </pc:sldChg>
      <pc:sldChg chg="del">
        <pc:chgData name="Gaurav, Ankit" userId="1d716476-8859-4ec5-ae91-931a2a7b23bd" providerId="ADAL" clId="{00719D39-BBFA-4425-B67F-93DC195BD8F5}" dt="2025-09-08T06:13:54.605" v="1" actId="47"/>
        <pc:sldMkLst>
          <pc:docMk/>
          <pc:sldMk cId="1001198488" sldId="2147483594"/>
        </pc:sldMkLst>
      </pc:sldChg>
      <pc:sldChg chg="del">
        <pc:chgData name="Gaurav, Ankit" userId="1d716476-8859-4ec5-ae91-931a2a7b23bd" providerId="ADAL" clId="{00719D39-BBFA-4425-B67F-93DC195BD8F5}" dt="2025-09-08T07:01:01.635" v="134" actId="47"/>
        <pc:sldMkLst>
          <pc:docMk/>
          <pc:sldMk cId="1911829956" sldId="2147483595"/>
        </pc:sldMkLst>
      </pc:sldChg>
      <pc:sldChg chg="del">
        <pc:chgData name="Gaurav, Ankit" userId="1d716476-8859-4ec5-ae91-931a2a7b23bd" providerId="ADAL" clId="{00719D39-BBFA-4425-B67F-93DC195BD8F5}" dt="2025-09-08T06:13:52.844" v="0" actId="47"/>
        <pc:sldMkLst>
          <pc:docMk/>
          <pc:sldMk cId="2594892171" sldId="2147483596"/>
        </pc:sldMkLst>
      </pc:sldChg>
      <pc:sldChg chg="del">
        <pc:chgData name="Gaurav, Ankit" userId="1d716476-8859-4ec5-ae91-931a2a7b23bd" providerId="ADAL" clId="{00719D39-BBFA-4425-B67F-93DC195BD8F5}" dt="2025-09-08T06:36:07.629" v="45" actId="47"/>
        <pc:sldMkLst>
          <pc:docMk/>
          <pc:sldMk cId="2359929052" sldId="2147483597"/>
        </pc:sldMkLst>
      </pc:sldChg>
      <pc:sldChg chg="del">
        <pc:chgData name="Gaurav, Ankit" userId="1d716476-8859-4ec5-ae91-931a2a7b23bd" providerId="ADAL" clId="{00719D39-BBFA-4425-B67F-93DC195BD8F5}" dt="2025-09-08T06:41:47.855" v="80" actId="47"/>
        <pc:sldMkLst>
          <pc:docMk/>
          <pc:sldMk cId="3463336733" sldId="2147483598"/>
        </pc:sldMkLst>
      </pc:sldChg>
      <pc:sldChg chg="del">
        <pc:chgData name="Gaurav, Ankit" userId="1d716476-8859-4ec5-ae91-931a2a7b23bd" providerId="ADAL" clId="{00719D39-BBFA-4425-B67F-93DC195BD8F5}" dt="2025-09-08T06:41:42.508" v="77" actId="47"/>
        <pc:sldMkLst>
          <pc:docMk/>
          <pc:sldMk cId="444953169" sldId="2147483599"/>
        </pc:sldMkLst>
      </pc:sldChg>
      <pc:sldChg chg="del">
        <pc:chgData name="Gaurav, Ankit" userId="1d716476-8859-4ec5-ae91-931a2a7b23bd" providerId="ADAL" clId="{00719D39-BBFA-4425-B67F-93DC195BD8F5}" dt="2025-09-08T06:35:19.173" v="44" actId="47"/>
        <pc:sldMkLst>
          <pc:docMk/>
          <pc:sldMk cId="3813790804" sldId="2147483600"/>
        </pc:sldMkLst>
      </pc:sldChg>
      <pc:sldChg chg="del">
        <pc:chgData name="Gaurav, Ankit" userId="1d716476-8859-4ec5-ae91-931a2a7b23bd" providerId="ADAL" clId="{00719D39-BBFA-4425-B67F-93DC195BD8F5}" dt="2025-09-08T06:41:14.096" v="70" actId="47"/>
        <pc:sldMkLst>
          <pc:docMk/>
          <pc:sldMk cId="2414228403" sldId="2147483602"/>
        </pc:sldMkLst>
      </pc:sldChg>
      <pc:sldChg chg="addSp delSp modSp mod">
        <pc:chgData name="Gaurav, Ankit" userId="1d716476-8859-4ec5-ae91-931a2a7b23bd" providerId="ADAL" clId="{00719D39-BBFA-4425-B67F-93DC195BD8F5}" dt="2025-09-08T06:35:01.387" v="42" actId="14826"/>
        <pc:sldMkLst>
          <pc:docMk/>
          <pc:sldMk cId="1404207231" sldId="2147483603"/>
        </pc:sldMkLst>
      </pc:sldChg>
      <pc:sldChg chg="del">
        <pc:chgData name="Gaurav, Ankit" userId="1d716476-8859-4ec5-ae91-931a2a7b23bd" providerId="ADAL" clId="{00719D39-BBFA-4425-B67F-93DC195BD8F5}" dt="2025-09-08T06:41:15.757" v="71" actId="47"/>
        <pc:sldMkLst>
          <pc:docMk/>
          <pc:sldMk cId="6552535" sldId="2147483604"/>
        </pc:sldMkLst>
      </pc:sldChg>
      <pc:sldChg chg="del">
        <pc:chgData name="Gaurav, Ankit" userId="1d716476-8859-4ec5-ae91-931a2a7b23bd" providerId="ADAL" clId="{00719D39-BBFA-4425-B67F-93DC195BD8F5}" dt="2025-09-08T06:41:13.156" v="69" actId="47"/>
        <pc:sldMkLst>
          <pc:docMk/>
          <pc:sldMk cId="1760400974" sldId="2147483605"/>
        </pc:sldMkLst>
      </pc:sldChg>
      <pc:sldChg chg="addSp delSp modSp mod">
        <pc:chgData name="Gaurav, Ankit" userId="1d716476-8859-4ec5-ae91-931a2a7b23bd" providerId="ADAL" clId="{00719D39-BBFA-4425-B67F-93DC195BD8F5}" dt="2025-09-08T07:53:28.738" v="256" actId="1076"/>
        <pc:sldMkLst>
          <pc:docMk/>
          <pc:sldMk cId="2311165582" sldId="2147483606"/>
        </pc:sldMkLst>
      </pc:sldChg>
      <pc:sldChg chg="delSp modSp del mod">
        <pc:chgData name="Gaurav, Ankit" userId="1d716476-8859-4ec5-ae91-931a2a7b23bd" providerId="ADAL" clId="{00719D39-BBFA-4425-B67F-93DC195BD8F5}" dt="2025-09-08T06:40:13.381" v="66" actId="47"/>
        <pc:sldMkLst>
          <pc:docMk/>
          <pc:sldMk cId="3832307220" sldId="2147483608"/>
        </pc:sldMkLst>
      </pc:sldChg>
      <pc:sldChg chg="del">
        <pc:chgData name="Gaurav, Ankit" userId="1d716476-8859-4ec5-ae91-931a2a7b23bd" providerId="ADAL" clId="{00719D39-BBFA-4425-B67F-93DC195BD8F5}" dt="2025-09-08T06:40:21.439" v="68" actId="47"/>
        <pc:sldMkLst>
          <pc:docMk/>
          <pc:sldMk cId="3074338986" sldId="2147483609"/>
        </pc:sldMkLst>
      </pc:sldChg>
      <pc:sldChg chg="del">
        <pc:chgData name="Gaurav, Ankit" userId="1d716476-8859-4ec5-ae91-931a2a7b23bd" providerId="ADAL" clId="{00719D39-BBFA-4425-B67F-93DC195BD8F5}" dt="2025-09-08T06:41:36.815" v="75" actId="47"/>
        <pc:sldMkLst>
          <pc:docMk/>
          <pc:sldMk cId="2151032136" sldId="2147483610"/>
        </pc:sldMkLst>
      </pc:sldChg>
      <pc:sldChg chg="del">
        <pc:chgData name="Gaurav, Ankit" userId="1d716476-8859-4ec5-ae91-931a2a7b23bd" providerId="ADAL" clId="{00719D39-BBFA-4425-B67F-93DC195BD8F5}" dt="2025-09-08T06:41:44.047" v="78" actId="47"/>
        <pc:sldMkLst>
          <pc:docMk/>
          <pc:sldMk cId="3110734365" sldId="2147483611"/>
        </pc:sldMkLst>
      </pc:sldChg>
      <pc:sldChg chg="del">
        <pc:chgData name="Gaurav, Ankit" userId="1d716476-8859-4ec5-ae91-931a2a7b23bd" providerId="ADAL" clId="{00719D39-BBFA-4425-B67F-93DC195BD8F5}" dt="2025-09-08T06:41:20.642" v="72" actId="47"/>
        <pc:sldMkLst>
          <pc:docMk/>
          <pc:sldMk cId="3568426531" sldId="2147483614"/>
        </pc:sldMkLst>
      </pc:sldChg>
      <pc:sldChg chg="addSp delSp modSp new mod">
        <pc:chgData name="Gaurav, Ankit" userId="1d716476-8859-4ec5-ae91-931a2a7b23bd" providerId="ADAL" clId="{00719D39-BBFA-4425-B67F-93DC195BD8F5}" dt="2025-09-10T06:37:48.091" v="1007" actId="20577"/>
        <pc:sldMkLst>
          <pc:docMk/>
          <pc:sldMk cId="2591559355" sldId="2147483615"/>
        </pc:sldMkLst>
      </pc:sldChg>
      <pc:sldChg chg="addSp delSp modSp new del mod setBg">
        <pc:chgData name="Gaurav, Ankit" userId="1d716476-8859-4ec5-ae91-931a2a7b23bd" providerId="ADAL" clId="{00719D39-BBFA-4425-B67F-93DC195BD8F5}" dt="2025-09-08T09:40:17.264" v="499" actId="47"/>
        <pc:sldMkLst>
          <pc:docMk/>
          <pc:sldMk cId="2477350756" sldId="2147483616"/>
        </pc:sldMkLst>
      </pc:sldChg>
      <pc:sldChg chg="addSp new del mod">
        <pc:chgData name="Gaurav, Ankit" userId="1d716476-8859-4ec5-ae91-931a2a7b23bd" providerId="ADAL" clId="{00719D39-BBFA-4425-B67F-93DC195BD8F5}" dt="2025-09-08T09:29:29.995" v="348" actId="47"/>
        <pc:sldMkLst>
          <pc:docMk/>
          <pc:sldMk cId="967955217" sldId="2147483617"/>
        </pc:sldMkLst>
      </pc:sldChg>
      <pc:sldChg chg="addSp delSp modSp new mod setBg">
        <pc:chgData name="Gaurav, Ankit" userId="1d716476-8859-4ec5-ae91-931a2a7b23bd" providerId="ADAL" clId="{00719D39-BBFA-4425-B67F-93DC195BD8F5}" dt="2025-09-08T09:48:08.402" v="528" actId="20577"/>
        <pc:sldMkLst>
          <pc:docMk/>
          <pc:sldMk cId="3648771367" sldId="2147483618"/>
        </pc:sldMkLst>
      </pc:sldChg>
      <pc:sldChg chg="addSp delSp modSp new mod setBg">
        <pc:chgData name="Gaurav, Ankit" userId="1d716476-8859-4ec5-ae91-931a2a7b23bd" providerId="ADAL" clId="{00719D39-BBFA-4425-B67F-93DC195BD8F5}" dt="2025-09-08T09:43:37.901" v="522"/>
        <pc:sldMkLst>
          <pc:docMk/>
          <pc:sldMk cId="2968964702" sldId="2147483619"/>
        </pc:sldMkLst>
      </pc:sldChg>
      <pc:sldChg chg="addSp delSp modSp new mod setBg">
        <pc:chgData name="Gaurav, Ankit" userId="1d716476-8859-4ec5-ae91-931a2a7b23bd" providerId="ADAL" clId="{00719D39-BBFA-4425-B67F-93DC195BD8F5}" dt="2025-09-08T10:38:38.320" v="585" actId="123"/>
        <pc:sldMkLst>
          <pc:docMk/>
          <pc:sldMk cId="144168453" sldId="2147483620"/>
        </pc:sldMkLst>
      </pc:sldChg>
      <pc:sldChg chg="addSp modSp new mod setBg">
        <pc:chgData name="Gaurav, Ankit" userId="1d716476-8859-4ec5-ae91-931a2a7b23bd" providerId="ADAL" clId="{00719D39-BBFA-4425-B67F-93DC195BD8F5}" dt="2025-09-08T10:42:01.087" v="616" actId="27636"/>
        <pc:sldMkLst>
          <pc:docMk/>
          <pc:sldMk cId="3318035352" sldId="2147483621"/>
        </pc:sldMkLst>
      </pc:sldChg>
      <pc:sldChg chg="addSp modSp new mod setBg">
        <pc:chgData name="Gaurav, Ankit" userId="1d716476-8859-4ec5-ae91-931a2a7b23bd" providerId="ADAL" clId="{00719D39-BBFA-4425-B67F-93DC195BD8F5}" dt="2025-09-08T10:47:47.273" v="647" actId="14100"/>
        <pc:sldMkLst>
          <pc:docMk/>
          <pc:sldMk cId="2115913619" sldId="2147483622"/>
        </pc:sldMkLst>
      </pc:sldChg>
      <pc:sldChg chg="addSp modSp new mod setBg">
        <pc:chgData name="Gaurav, Ankit" userId="1d716476-8859-4ec5-ae91-931a2a7b23bd" providerId="ADAL" clId="{00719D39-BBFA-4425-B67F-93DC195BD8F5}" dt="2025-09-08T10:52:13.085" v="668" actId="27636"/>
        <pc:sldMkLst>
          <pc:docMk/>
          <pc:sldMk cId="3215761767" sldId="2147483623"/>
        </pc:sldMkLst>
      </pc:sldChg>
      <pc:sldChg chg="addSp delSp modSp new mod">
        <pc:chgData name="Gaurav, Ankit" userId="1d716476-8859-4ec5-ae91-931a2a7b23bd" providerId="ADAL" clId="{00719D39-BBFA-4425-B67F-93DC195BD8F5}" dt="2025-09-08T10:54:22.748" v="681" actId="1076"/>
        <pc:sldMkLst>
          <pc:docMk/>
          <pc:sldMk cId="270114091" sldId="2147483624"/>
        </pc:sldMkLst>
      </pc:sldChg>
      <pc:sldChg chg="addSp modSp new mod">
        <pc:chgData name="Gaurav, Ankit" userId="1d716476-8859-4ec5-ae91-931a2a7b23bd" providerId="ADAL" clId="{00719D39-BBFA-4425-B67F-93DC195BD8F5}" dt="2025-09-08T10:56:00.215" v="685" actId="14100"/>
        <pc:sldMkLst>
          <pc:docMk/>
          <pc:sldMk cId="1488276563" sldId="2147483625"/>
        </pc:sldMkLst>
      </pc:sldChg>
      <pc:sldChg chg="addSp modSp new mod">
        <pc:chgData name="Gaurav, Ankit" userId="1d716476-8859-4ec5-ae91-931a2a7b23bd" providerId="ADAL" clId="{00719D39-BBFA-4425-B67F-93DC195BD8F5}" dt="2025-09-08T11:00:22.844" v="696" actId="1076"/>
        <pc:sldMkLst>
          <pc:docMk/>
          <pc:sldMk cId="2052386636" sldId="2147483626"/>
        </pc:sldMkLst>
      </pc:sldChg>
      <pc:sldChg chg="addSp modSp new mod ord setBg">
        <pc:chgData name="Gaurav, Ankit" userId="1d716476-8859-4ec5-ae91-931a2a7b23bd" providerId="ADAL" clId="{00719D39-BBFA-4425-B67F-93DC195BD8F5}" dt="2025-09-09T10:00:05.525" v="836"/>
        <pc:sldMkLst>
          <pc:docMk/>
          <pc:sldMk cId="317181979" sldId="2147483627"/>
        </pc:sldMkLst>
      </pc:sldChg>
      <pc:sldChg chg="addSp modSp new del mod ord">
        <pc:chgData name="Gaurav, Ankit" userId="1d716476-8859-4ec5-ae91-931a2a7b23bd" providerId="ADAL" clId="{00719D39-BBFA-4425-B67F-93DC195BD8F5}" dt="2025-09-09T09:50:24.390" v="748" actId="47"/>
        <pc:sldMkLst>
          <pc:docMk/>
          <pc:sldMk cId="1635791961" sldId="2147483628"/>
        </pc:sldMkLst>
      </pc:sldChg>
      <pc:sldChg chg="addSp delSp modSp add del mod setBg delDesignElem">
        <pc:chgData name="Gaurav, Ankit" userId="1d716476-8859-4ec5-ae91-931a2a7b23bd" providerId="ADAL" clId="{00719D39-BBFA-4425-B67F-93DC195BD8F5}" dt="2025-09-09T09:48:49.898" v="729"/>
        <pc:sldMkLst>
          <pc:docMk/>
          <pc:sldMk cId="105892860" sldId="2147483629"/>
        </pc:sldMkLst>
      </pc:sldChg>
      <pc:sldChg chg="modSp add mod">
        <pc:chgData name="Gaurav, Ankit" userId="1d716476-8859-4ec5-ae91-931a2a7b23bd" providerId="ADAL" clId="{00719D39-BBFA-4425-B67F-93DC195BD8F5}" dt="2025-09-09T09:51:05.063" v="767" actId="20577"/>
        <pc:sldMkLst>
          <pc:docMk/>
          <pc:sldMk cId="1476376195" sldId="2147483629"/>
        </pc:sldMkLst>
      </pc:sldChg>
      <pc:sldChg chg="addSp delSp add del setBg delDesignElem">
        <pc:chgData name="Gaurav, Ankit" userId="1d716476-8859-4ec5-ae91-931a2a7b23bd" providerId="ADAL" clId="{00719D39-BBFA-4425-B67F-93DC195BD8F5}" dt="2025-09-09T09:49:03.139" v="732"/>
        <pc:sldMkLst>
          <pc:docMk/>
          <pc:sldMk cId="2100847858" sldId="2147483629"/>
        </pc:sldMkLst>
      </pc:sldChg>
      <pc:sldChg chg="addSp delSp modSp new mod setBg">
        <pc:chgData name="Gaurav, Ankit" userId="1d716476-8859-4ec5-ae91-931a2a7b23bd" providerId="ADAL" clId="{00719D39-BBFA-4425-B67F-93DC195BD8F5}" dt="2025-09-09T10:03:06.077" v="859" actId="26606"/>
        <pc:sldMkLst>
          <pc:docMk/>
          <pc:sldMk cId="1703690993" sldId="2147483630"/>
        </pc:sldMkLst>
      </pc:sldChg>
      <pc:sldChg chg="addSp delSp modSp new mod setBg">
        <pc:chgData name="Gaurav, Ankit" userId="1d716476-8859-4ec5-ae91-931a2a7b23bd" providerId="ADAL" clId="{00719D39-BBFA-4425-B67F-93DC195BD8F5}" dt="2025-09-09T10:07:18.495" v="893" actId="122"/>
        <pc:sldMkLst>
          <pc:docMk/>
          <pc:sldMk cId="1851952423" sldId="2147483631"/>
        </pc:sldMkLst>
      </pc:sldChg>
      <pc:sldChg chg="addSp modSp new mod setBg">
        <pc:chgData name="Gaurav, Ankit" userId="1d716476-8859-4ec5-ae91-931a2a7b23bd" providerId="ADAL" clId="{00719D39-BBFA-4425-B67F-93DC195BD8F5}" dt="2025-09-09T10:11:48.860" v="985" actId="255"/>
        <pc:sldMkLst>
          <pc:docMk/>
          <pc:sldMk cId="2401439193" sldId="2147483632"/>
        </pc:sldMkLst>
      </pc:sldChg>
      <pc:sldChg chg="addSp delSp modSp new mod setBg">
        <pc:chgData name="Gaurav, Ankit" userId="1d716476-8859-4ec5-ae91-931a2a7b23bd" providerId="ADAL" clId="{00719D39-BBFA-4425-B67F-93DC195BD8F5}" dt="2025-09-10T05:26:07.080" v="993" actId="113"/>
        <pc:sldMkLst>
          <pc:docMk/>
          <pc:sldMk cId="3701826233" sldId="2147483633"/>
        </pc:sldMkLst>
      </pc:sldChg>
      <pc:sldChg chg="addSp delSp modSp new mod setBg">
        <pc:chgData name="Gaurav, Ankit" userId="1d716476-8859-4ec5-ae91-931a2a7b23bd" providerId="ADAL" clId="{00719D39-BBFA-4425-B67F-93DC195BD8F5}" dt="2025-09-10T07:33:59.475" v="1123" actId="207"/>
        <pc:sldMkLst>
          <pc:docMk/>
          <pc:sldMk cId="1058361799" sldId="2147483634"/>
        </pc:sldMkLst>
      </pc:sldChg>
      <pc:sldChg chg="addSp delSp modSp new mod setBg">
        <pc:chgData name="Gaurav, Ankit" userId="1d716476-8859-4ec5-ae91-931a2a7b23bd" providerId="ADAL" clId="{00719D39-BBFA-4425-B67F-93DC195BD8F5}" dt="2025-09-10T07:36:53.783" v="1147" actId="255"/>
        <pc:sldMkLst>
          <pc:docMk/>
          <pc:sldMk cId="3263503875" sldId="2147483635"/>
        </pc:sldMkLst>
      </pc:sldChg>
      <pc:sldChg chg="addSp delSp modSp new mod ord setBg">
        <pc:chgData name="Gaurav, Ankit" userId="1d716476-8859-4ec5-ae91-931a2a7b23bd" providerId="ADAL" clId="{00719D39-BBFA-4425-B67F-93DC195BD8F5}" dt="2025-09-12T07:22:04.170" v="1217"/>
        <pc:sldMkLst>
          <pc:docMk/>
          <pc:sldMk cId="3620394992" sldId="2147483636"/>
        </pc:sldMkLst>
      </pc:sldChg>
      <pc:sldChg chg="addSp delSp modSp new mod">
        <pc:chgData name="Gaurav, Ankit" userId="1d716476-8859-4ec5-ae91-931a2a7b23bd" providerId="ADAL" clId="{00719D39-BBFA-4425-B67F-93DC195BD8F5}" dt="2025-09-12T07:23:32.689" v="1235" actId="1076"/>
        <pc:sldMkLst>
          <pc:docMk/>
          <pc:sldMk cId="3978848130" sldId="2147483637"/>
        </pc:sldMkLst>
      </pc:sldChg>
      <pc:sldChg chg="addSp modSp new mod">
        <pc:chgData name="Gaurav, Ankit" userId="1d716476-8859-4ec5-ae91-931a2a7b23bd" providerId="ADAL" clId="{00719D39-BBFA-4425-B67F-93DC195BD8F5}" dt="2025-09-12T07:26:07.908" v="1248" actId="14100"/>
        <pc:sldMkLst>
          <pc:docMk/>
          <pc:sldMk cId="820912349" sldId="2147483638"/>
        </pc:sldMkLst>
      </pc:sldChg>
      <pc:sldChg chg="addSp modSp new mod">
        <pc:chgData name="Gaurav, Ankit" userId="1d716476-8859-4ec5-ae91-931a2a7b23bd" providerId="ADAL" clId="{00719D39-BBFA-4425-B67F-93DC195BD8F5}" dt="2025-09-12T07:28:46.084" v="1264" actId="1076"/>
        <pc:sldMkLst>
          <pc:docMk/>
          <pc:sldMk cId="32841068" sldId="2147483639"/>
        </pc:sldMkLst>
      </pc:sldChg>
      <pc:sldChg chg="addSp modSp new mod">
        <pc:chgData name="Gaurav, Ankit" userId="1d716476-8859-4ec5-ae91-931a2a7b23bd" providerId="ADAL" clId="{00719D39-BBFA-4425-B67F-93DC195BD8F5}" dt="2025-09-15T05:20:59.833" v="1287" actId="20577"/>
        <pc:sldMkLst>
          <pc:docMk/>
          <pc:sldMk cId="356072602" sldId="2147483640"/>
        </pc:sldMkLst>
      </pc:sldChg>
      <pc:sldChg chg="addSp delSp modSp new mod">
        <pc:chgData name="Gaurav, Ankit" userId="1d716476-8859-4ec5-ae91-931a2a7b23bd" providerId="ADAL" clId="{00719D39-BBFA-4425-B67F-93DC195BD8F5}" dt="2025-09-15T06:23:43.442" v="1298" actId="1076"/>
        <pc:sldMkLst>
          <pc:docMk/>
          <pc:sldMk cId="1351993136" sldId="2147483641"/>
        </pc:sldMkLst>
      </pc:sldChg>
      <pc:sldChg chg="addSp delSp modSp new mod">
        <pc:chgData name="Gaurav, Ankit" userId="1d716476-8859-4ec5-ae91-931a2a7b23bd" providerId="ADAL" clId="{00719D39-BBFA-4425-B67F-93DC195BD8F5}" dt="2025-09-15T06:25:07.478" v="1310" actId="1076"/>
        <pc:sldMkLst>
          <pc:docMk/>
          <pc:sldMk cId="3719824338" sldId="2147483642"/>
        </pc:sldMkLst>
      </pc:sldChg>
      <pc:sldChg chg="addSp modSp new">
        <pc:chgData name="Gaurav, Ankit" userId="1d716476-8859-4ec5-ae91-931a2a7b23bd" providerId="ADAL" clId="{00719D39-BBFA-4425-B67F-93DC195BD8F5}" dt="2025-09-15T06:42:41.897" v="1312"/>
        <pc:sldMkLst>
          <pc:docMk/>
          <pc:sldMk cId="1641916447" sldId="2147483643"/>
        </pc:sldMkLst>
      </pc:sldChg>
      <pc:sldChg chg="addSp delSp modSp new mod setBg">
        <pc:chgData name="Gaurav, Ankit" userId="1d716476-8859-4ec5-ae91-931a2a7b23bd" providerId="ADAL" clId="{00719D39-BBFA-4425-B67F-93DC195BD8F5}" dt="2025-09-16T09:59:10.113" v="1377" actId="255"/>
        <pc:sldMkLst>
          <pc:docMk/>
          <pc:sldMk cId="3768898807" sldId="2147483644"/>
        </pc:sldMkLst>
      </pc:sldChg>
      <pc:sldChg chg="addSp modSp new mod">
        <pc:chgData name="Gaurav, Ankit" userId="1d716476-8859-4ec5-ae91-931a2a7b23bd" providerId="ADAL" clId="{00719D39-BBFA-4425-B67F-93DC195BD8F5}" dt="2025-09-16T10:00:29.952" v="1381" actId="113"/>
        <pc:sldMkLst>
          <pc:docMk/>
          <pc:sldMk cId="1563544121" sldId="2147483645"/>
        </pc:sldMkLst>
      </pc:sldChg>
      <pc:sldChg chg="addSp delSp modSp new del mod">
        <pc:chgData name="Gaurav, Ankit" userId="1d716476-8859-4ec5-ae91-931a2a7b23bd" providerId="ADAL" clId="{00719D39-BBFA-4425-B67F-93DC195BD8F5}" dt="2025-09-16T10:25:40.166" v="1463" actId="47"/>
        <pc:sldMkLst>
          <pc:docMk/>
          <pc:sldMk cId="1164456731" sldId="2147483646"/>
        </pc:sldMkLst>
      </pc:sldChg>
      <pc:sldChg chg="addSp modSp new mod">
        <pc:chgData name="Gaurav, Ankit" userId="1d716476-8859-4ec5-ae91-931a2a7b23bd" providerId="ADAL" clId="{00719D39-BBFA-4425-B67F-93DC195BD8F5}" dt="2025-09-16T10:19:02.581" v="1462" actId="1076"/>
        <pc:sldMkLst>
          <pc:docMk/>
          <pc:sldMk cId="2341819312" sldId="2147483647"/>
        </pc:sldMkLst>
      </pc:sldChg>
      <pc:sldMasterChg chg="delSldLayout">
        <pc:chgData name="Gaurav, Ankit" userId="1d716476-8859-4ec5-ae91-931a2a7b23bd" providerId="ADAL" clId="{00719D39-BBFA-4425-B67F-93DC195BD8F5}" dt="2025-09-08T06:41:38.563" v="76" actId="47"/>
        <pc:sldMasterMkLst>
          <pc:docMk/>
          <pc:sldMasterMk cId="3216232511" sldId="2147483648"/>
        </pc:sldMasterMkLst>
        <pc:sldLayoutChg chg="del">
          <pc:chgData name="Gaurav, Ankit" userId="1d716476-8859-4ec5-ae91-931a2a7b23bd" providerId="ADAL" clId="{00719D39-BBFA-4425-B67F-93DC195BD8F5}" dt="2025-09-08T06:41:38.563" v="76" actId="47"/>
          <pc:sldLayoutMkLst>
            <pc:docMk/>
            <pc:sldMasterMk cId="3216232511" sldId="2147483648"/>
            <pc:sldLayoutMk cId="71622488" sldId="2147483671"/>
          </pc:sldLayoutMkLst>
        </pc:sldLayoutChg>
        <pc:sldLayoutChg chg="del">
          <pc:chgData name="Gaurav, Ankit" userId="1d716476-8859-4ec5-ae91-931a2a7b23bd" providerId="ADAL" clId="{00719D39-BBFA-4425-B67F-93DC195BD8F5}" dt="2025-09-08T06:41:27.944" v="74" actId="47"/>
          <pc:sldLayoutMkLst>
            <pc:docMk/>
            <pc:sldMasterMk cId="3216232511" sldId="2147483648"/>
            <pc:sldLayoutMk cId="1839410577" sldId="2147483672"/>
          </pc:sldLayoutMkLst>
        </pc:sldLayoutChg>
        <pc:sldLayoutChg chg="del">
          <pc:chgData name="Gaurav, Ankit" userId="1d716476-8859-4ec5-ae91-931a2a7b23bd" providerId="ADAL" clId="{00719D39-BBFA-4425-B67F-93DC195BD8F5}" dt="2025-09-08T06:41:25.033" v="73" actId="47"/>
          <pc:sldLayoutMkLst>
            <pc:docMk/>
            <pc:sldMasterMk cId="3216232511" sldId="2147483648"/>
            <pc:sldLayoutMk cId="3919375414" sldId="2147483674"/>
          </pc:sldLayoutMkLst>
        </pc:sldLayoutChg>
      </pc:sldMasterChg>
    </pc:docChg>
  </pc:docChgLst>
  <pc:docChgLst>
    <pc:chgData name="Trehan, Dipankar" userId="454b9763-0be2-483a-8e10-7f96ef2c26c6" providerId="ADAL" clId="{5B0269DE-279C-488F-A91C-1A4C138EBC37}"/>
    <pc:docChg chg="undo custSel modSld">
      <pc:chgData name="Trehan, Dipankar" userId="454b9763-0be2-483a-8e10-7f96ef2c26c6" providerId="ADAL" clId="{5B0269DE-279C-488F-A91C-1A4C138EBC37}" dt="2025-08-29T07:45:54.232" v="197" actId="20577"/>
      <pc:docMkLst>
        <pc:docMk/>
      </pc:docMkLst>
      <pc:sldChg chg="addSp delSp modSp mod">
        <pc:chgData name="Trehan, Dipankar" userId="454b9763-0be2-483a-8e10-7f96ef2c26c6" providerId="ADAL" clId="{5B0269DE-279C-488F-A91C-1A4C138EBC37}" dt="2025-08-29T07:43:19.858" v="73" actId="1036"/>
        <pc:sldMkLst>
          <pc:docMk/>
          <pc:sldMk cId="362864761" sldId="279"/>
        </pc:sldMkLst>
      </pc:sldChg>
      <pc:sldChg chg="modSp mod">
        <pc:chgData name="Trehan, Dipankar" userId="454b9763-0be2-483a-8e10-7f96ef2c26c6" providerId="ADAL" clId="{5B0269DE-279C-488F-A91C-1A4C138EBC37}" dt="2025-08-29T07:45:54.232" v="197" actId="20577"/>
        <pc:sldMkLst>
          <pc:docMk/>
          <pc:sldMk cId="2414228403" sldId="2147483602"/>
        </pc:sldMkLst>
      </pc:sldChg>
      <pc:sldChg chg="addSp delSp modSp mod">
        <pc:chgData name="Trehan, Dipankar" userId="454b9763-0be2-483a-8e10-7f96ef2c26c6" providerId="ADAL" clId="{5B0269DE-279C-488F-A91C-1A4C138EBC37}" dt="2025-08-29T07:42:54.180" v="45" actId="20577"/>
        <pc:sldMkLst>
          <pc:docMk/>
          <pc:sldMk cId="1404207231" sldId="2147483603"/>
        </pc:sldMkLst>
      </pc:sldChg>
      <pc:sldChg chg="addSp modSp mod">
        <pc:chgData name="Trehan, Dipankar" userId="454b9763-0be2-483a-8e10-7f96ef2c26c6" providerId="ADAL" clId="{5B0269DE-279C-488F-A91C-1A4C138EBC37}" dt="2025-08-29T07:45:13.248" v="174" actId="14100"/>
        <pc:sldMkLst>
          <pc:docMk/>
          <pc:sldMk cId="2151032136" sldId="2147483610"/>
        </pc:sldMkLst>
      </pc:sldChg>
    </pc:docChg>
  </pc:docChgLst>
  <pc:docChgLst>
    <pc:chgData name="Gaurav, Ankit" userId="1d716476-8859-4ec5-ae91-931a2a7b23bd" providerId="ADAL" clId="{7C5A9319-3EB6-449B-AAB8-602E8AB2967F}"/>
    <pc:docChg chg="custSel addSld delSld modSld">
      <pc:chgData name="Gaurav, Ankit" userId="1d716476-8859-4ec5-ae91-931a2a7b23bd" providerId="ADAL" clId="{7C5A9319-3EB6-449B-AAB8-602E8AB2967F}" dt="2025-10-17T06:01:15.451" v="29" actId="1076"/>
      <pc:docMkLst>
        <pc:docMk/>
      </pc:docMkLst>
      <pc:sldChg chg="delSp modSp mod">
        <pc:chgData name="Gaurav, Ankit" userId="1d716476-8859-4ec5-ae91-931a2a7b23bd" providerId="ADAL" clId="{7C5A9319-3EB6-449B-AAB8-602E8AB2967F}" dt="2025-10-15T08:40:58.408" v="5" actId="478"/>
        <pc:sldMkLst>
          <pc:docMk/>
          <pc:sldMk cId="1404207231" sldId="2147483603"/>
        </pc:sldMkLst>
        <pc:spChg chg="mod">
          <ac:chgData name="Gaurav, Ankit" userId="1d716476-8859-4ec5-ae91-931a2a7b23bd" providerId="ADAL" clId="{7C5A9319-3EB6-449B-AAB8-602E8AB2967F}" dt="2025-10-15T08:40:53.845" v="4" actId="255"/>
          <ac:spMkLst>
            <pc:docMk/>
            <pc:sldMk cId="1404207231" sldId="2147483603"/>
            <ac:spMk id="25" creationId="{BBE6A6C3-951C-FE1C-94FC-C06EF49702E6}"/>
          </ac:spMkLst>
        </pc:spChg>
      </pc:sldChg>
      <pc:sldChg chg="del">
        <pc:chgData name="Gaurav, Ankit" userId="1d716476-8859-4ec5-ae91-931a2a7b23bd" providerId="ADAL" clId="{7C5A9319-3EB6-449B-AAB8-602E8AB2967F}" dt="2025-10-15T08:41:41.833" v="7" actId="47"/>
        <pc:sldMkLst>
          <pc:docMk/>
          <pc:sldMk cId="3648771367" sldId="2147483618"/>
        </pc:sldMkLst>
      </pc:sldChg>
      <pc:sldChg chg="del">
        <pc:chgData name="Gaurav, Ankit" userId="1d716476-8859-4ec5-ae91-931a2a7b23bd" providerId="ADAL" clId="{7C5A9319-3EB6-449B-AAB8-602E8AB2967F}" dt="2025-10-15T08:41:17.436" v="6" actId="47"/>
        <pc:sldMkLst>
          <pc:docMk/>
          <pc:sldMk cId="2968964702" sldId="2147483619"/>
        </pc:sldMkLst>
      </pc:sldChg>
      <pc:sldChg chg="del">
        <pc:chgData name="Gaurav, Ankit" userId="1d716476-8859-4ec5-ae91-931a2a7b23bd" providerId="ADAL" clId="{7C5A9319-3EB6-449B-AAB8-602E8AB2967F}" dt="2025-10-15T08:42:38.594" v="12" actId="47"/>
        <pc:sldMkLst>
          <pc:docMk/>
          <pc:sldMk cId="317181979" sldId="2147483627"/>
        </pc:sldMkLst>
      </pc:sldChg>
      <pc:sldChg chg="addSp modSp new mod">
        <pc:chgData name="Gaurav, Ankit" userId="1d716476-8859-4ec5-ae91-931a2a7b23bd" providerId="ADAL" clId="{7C5A9319-3EB6-449B-AAB8-602E8AB2967F}" dt="2025-10-17T06:01:15.451" v="29" actId="1076"/>
        <pc:sldMkLst>
          <pc:docMk/>
          <pc:sldMk cId="3763169856" sldId="2147483627"/>
        </pc:sldMkLst>
      </pc:sldChg>
      <pc:sldChg chg="del">
        <pc:chgData name="Gaurav, Ankit" userId="1d716476-8859-4ec5-ae91-931a2a7b23bd" providerId="ADAL" clId="{7C5A9319-3EB6-449B-AAB8-602E8AB2967F}" dt="2025-10-15T08:42:16.712" v="8" actId="47"/>
        <pc:sldMkLst>
          <pc:docMk/>
          <pc:sldMk cId="1476376195" sldId="2147483629"/>
        </pc:sldMkLst>
      </pc:sldChg>
      <pc:sldChg chg="del">
        <pc:chgData name="Gaurav, Ankit" userId="1d716476-8859-4ec5-ae91-931a2a7b23bd" providerId="ADAL" clId="{7C5A9319-3EB6-449B-AAB8-602E8AB2967F}" dt="2025-10-15T08:42:21.910" v="9" actId="47"/>
        <pc:sldMkLst>
          <pc:docMk/>
          <pc:sldMk cId="1703690993" sldId="2147483630"/>
        </pc:sldMkLst>
      </pc:sldChg>
      <pc:sldChg chg="del">
        <pc:chgData name="Gaurav, Ankit" userId="1d716476-8859-4ec5-ae91-931a2a7b23bd" providerId="ADAL" clId="{7C5A9319-3EB6-449B-AAB8-602E8AB2967F}" dt="2025-10-15T08:42:25.774" v="10" actId="47"/>
        <pc:sldMkLst>
          <pc:docMk/>
          <pc:sldMk cId="1851952423" sldId="2147483631"/>
        </pc:sldMkLst>
      </pc:sldChg>
      <pc:sldChg chg="del">
        <pc:chgData name="Gaurav, Ankit" userId="1d716476-8859-4ec5-ae91-931a2a7b23bd" providerId="ADAL" clId="{7C5A9319-3EB6-449B-AAB8-602E8AB2967F}" dt="2025-10-15T08:42:27.860" v="11" actId="47"/>
        <pc:sldMkLst>
          <pc:docMk/>
          <pc:sldMk cId="2401439193" sldId="2147483632"/>
        </pc:sldMkLst>
      </pc:sldChg>
      <pc:sldChg chg="del">
        <pc:chgData name="Gaurav, Ankit" userId="1d716476-8859-4ec5-ae91-931a2a7b23bd" providerId="ADAL" clId="{7C5A9319-3EB6-449B-AAB8-602E8AB2967F}" dt="2025-10-15T08:42:44.373" v="13" actId="47"/>
        <pc:sldMkLst>
          <pc:docMk/>
          <pc:sldMk cId="3701826233" sldId="2147483633"/>
        </pc:sldMkLst>
      </pc:sldChg>
      <pc:sldChg chg="del">
        <pc:chgData name="Gaurav, Ankit" userId="1d716476-8859-4ec5-ae91-931a2a7b23bd" providerId="ADAL" clId="{7C5A9319-3EB6-449B-AAB8-602E8AB2967F}" dt="2025-10-15T08:42:45.436" v="14" actId="47"/>
        <pc:sldMkLst>
          <pc:docMk/>
          <pc:sldMk cId="1058361799" sldId="2147483634"/>
        </pc:sldMkLst>
      </pc:sldChg>
      <pc:sldChg chg="del">
        <pc:chgData name="Gaurav, Ankit" userId="1d716476-8859-4ec5-ae91-931a2a7b23bd" providerId="ADAL" clId="{7C5A9319-3EB6-449B-AAB8-602E8AB2967F}" dt="2025-10-15T08:42:46.518" v="15" actId="47"/>
        <pc:sldMkLst>
          <pc:docMk/>
          <pc:sldMk cId="3263503875" sldId="2147483635"/>
        </pc:sldMkLst>
      </pc:sldChg>
      <pc:sldChg chg="del">
        <pc:chgData name="Gaurav, Ankit" userId="1d716476-8859-4ec5-ae91-931a2a7b23bd" providerId="ADAL" clId="{7C5A9319-3EB6-449B-AAB8-602E8AB2967F}" dt="2025-10-15T08:42:48.271" v="16" actId="47"/>
        <pc:sldMkLst>
          <pc:docMk/>
          <pc:sldMk cId="3620394992" sldId="2147483636"/>
        </pc:sldMkLst>
      </pc:sldChg>
      <pc:sldChg chg="del">
        <pc:chgData name="Gaurav, Ankit" userId="1d716476-8859-4ec5-ae91-931a2a7b23bd" providerId="ADAL" clId="{7C5A9319-3EB6-449B-AAB8-602E8AB2967F}" dt="2025-10-15T08:42:53.848" v="17" actId="47"/>
        <pc:sldMkLst>
          <pc:docMk/>
          <pc:sldMk cId="3978848130" sldId="2147483637"/>
        </pc:sldMkLst>
      </pc:sldChg>
      <pc:sldChg chg="del">
        <pc:chgData name="Gaurav, Ankit" userId="1d716476-8859-4ec5-ae91-931a2a7b23bd" providerId="ADAL" clId="{7C5A9319-3EB6-449B-AAB8-602E8AB2967F}" dt="2025-10-15T08:42:54.968" v="18" actId="47"/>
        <pc:sldMkLst>
          <pc:docMk/>
          <pc:sldMk cId="820912349" sldId="2147483638"/>
        </pc:sldMkLst>
      </pc:sldChg>
      <pc:sldChg chg="del">
        <pc:chgData name="Gaurav, Ankit" userId="1d716476-8859-4ec5-ae91-931a2a7b23bd" providerId="ADAL" clId="{7C5A9319-3EB6-449B-AAB8-602E8AB2967F}" dt="2025-10-15T08:42:55.859" v="19" actId="47"/>
        <pc:sldMkLst>
          <pc:docMk/>
          <pc:sldMk cId="32841068" sldId="2147483639"/>
        </pc:sldMkLst>
      </pc:sldChg>
      <pc:sldChg chg="del">
        <pc:chgData name="Gaurav, Ankit" userId="1d716476-8859-4ec5-ae91-931a2a7b23bd" providerId="ADAL" clId="{7C5A9319-3EB6-449B-AAB8-602E8AB2967F}" dt="2025-10-15T08:42:57.432" v="20" actId="47"/>
        <pc:sldMkLst>
          <pc:docMk/>
          <pc:sldMk cId="356072602" sldId="2147483640"/>
        </pc:sldMkLst>
      </pc:sldChg>
      <pc:sldChg chg="del">
        <pc:chgData name="Gaurav, Ankit" userId="1d716476-8859-4ec5-ae91-931a2a7b23bd" providerId="ADAL" clId="{7C5A9319-3EB6-449B-AAB8-602E8AB2967F}" dt="2025-10-15T08:42:58.390" v="21" actId="47"/>
        <pc:sldMkLst>
          <pc:docMk/>
          <pc:sldMk cId="1351993136" sldId="2147483641"/>
        </pc:sldMkLst>
      </pc:sldChg>
      <pc:sldChg chg="del">
        <pc:chgData name="Gaurav, Ankit" userId="1d716476-8859-4ec5-ae91-931a2a7b23bd" providerId="ADAL" clId="{7C5A9319-3EB6-449B-AAB8-602E8AB2967F}" dt="2025-10-15T08:42:59.540" v="22" actId="47"/>
        <pc:sldMkLst>
          <pc:docMk/>
          <pc:sldMk cId="3719824338" sldId="2147483642"/>
        </pc:sldMkLst>
      </pc:sldChg>
      <pc:sldChg chg="del">
        <pc:chgData name="Gaurav, Ankit" userId="1d716476-8859-4ec5-ae91-931a2a7b23bd" providerId="ADAL" clId="{7C5A9319-3EB6-449B-AAB8-602E8AB2967F}" dt="2025-10-15T08:43:02.063" v="23" actId="47"/>
        <pc:sldMkLst>
          <pc:docMk/>
          <pc:sldMk cId="1641916447" sldId="2147483643"/>
        </pc:sldMkLst>
      </pc:sldChg>
      <pc:sldChg chg="del">
        <pc:chgData name="Gaurav, Ankit" userId="1d716476-8859-4ec5-ae91-931a2a7b23bd" providerId="ADAL" clId="{7C5A9319-3EB6-449B-AAB8-602E8AB2967F}" dt="2025-10-15T08:43:03.608" v="24" actId="47"/>
        <pc:sldMkLst>
          <pc:docMk/>
          <pc:sldMk cId="3768898807" sldId="2147483644"/>
        </pc:sldMkLst>
      </pc:sldChg>
      <pc:sldChg chg="del">
        <pc:chgData name="Gaurav, Ankit" userId="1d716476-8859-4ec5-ae91-931a2a7b23bd" providerId="ADAL" clId="{7C5A9319-3EB6-449B-AAB8-602E8AB2967F}" dt="2025-10-15T08:43:49.432" v="25" actId="47"/>
        <pc:sldMkLst>
          <pc:docMk/>
          <pc:sldMk cId="1563544121" sldId="2147483645"/>
        </pc:sldMkLst>
      </pc:sldChg>
      <pc:sldChg chg="del">
        <pc:chgData name="Gaurav, Ankit" userId="1d716476-8859-4ec5-ae91-931a2a7b23bd" providerId="ADAL" clId="{7C5A9319-3EB6-449B-AAB8-602E8AB2967F}" dt="2025-10-15T08:43:52.684" v="26" actId="47"/>
        <pc:sldMkLst>
          <pc:docMk/>
          <pc:sldMk cId="2341819312" sldId="21474836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B4D8F-460B-4AD2-B1F5-835B6F8E6251}" type="datetimeFigureOut">
              <a:rPr lang="en-ID" smtClean="0"/>
              <a:t>24/09/2026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D898CC-14D8-4609-A410-024882B0D76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42968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116C9C-3AD8-BF4F-8988-7C4865BA5A8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898CC-14D8-4609-A410-024882B0D76D}" type="slidenum">
              <a:rPr lang="en-ID" smtClean="0"/>
              <a:t>23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7842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898CC-14D8-4609-A410-024882B0D76D}" type="slidenum">
              <a:rPr lang="en-ID" smtClean="0"/>
              <a:t>25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2962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0E5B78F5-5E85-4D59-8AC7-10ED4283D00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81575" y="990045"/>
            <a:ext cx="3530600" cy="5093255"/>
          </a:xfrm>
          <a:prstGeom prst="roundRect">
            <a:avLst>
              <a:gd name="adj" fmla="val 6545"/>
            </a:avLst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7006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90F04C2-F60A-4A47-955F-D244D682FF1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4267200"/>
          </a:xfrm>
          <a:custGeom>
            <a:avLst/>
            <a:gdLst>
              <a:gd name="connsiteX0" fmla="*/ 7093 w 6096000"/>
              <a:gd name="connsiteY0" fmla="*/ 0 h 4267200"/>
              <a:gd name="connsiteX1" fmla="*/ 6096000 w 6096000"/>
              <a:gd name="connsiteY1" fmla="*/ 0 h 4267200"/>
              <a:gd name="connsiteX2" fmla="*/ 6096000 w 6096000"/>
              <a:gd name="connsiteY2" fmla="*/ 4267200 h 4267200"/>
              <a:gd name="connsiteX3" fmla="*/ 296388 w 6096000"/>
              <a:gd name="connsiteY3" fmla="*/ 4267200 h 4267200"/>
              <a:gd name="connsiteX4" fmla="*/ 0 w 6096000"/>
              <a:gd name="connsiteY4" fmla="*/ 3970812 h 4267200"/>
              <a:gd name="connsiteX5" fmla="*/ 0 w 6096000"/>
              <a:gd name="connsiteY5" fmla="*/ 35131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4267200">
                <a:moveTo>
                  <a:pt x="7093" y="0"/>
                </a:moveTo>
                <a:lnTo>
                  <a:pt x="6096000" y="0"/>
                </a:lnTo>
                <a:lnTo>
                  <a:pt x="6096000" y="4267200"/>
                </a:lnTo>
                <a:lnTo>
                  <a:pt x="296388" y="4267200"/>
                </a:lnTo>
                <a:cubicBezTo>
                  <a:pt x="132697" y="4267200"/>
                  <a:pt x="0" y="4134503"/>
                  <a:pt x="0" y="3970812"/>
                </a:cubicBezTo>
                <a:lnTo>
                  <a:pt x="0" y="3513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7974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61A66DFE-1D08-487F-8963-0FD7D0D864C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80926" y="1228499"/>
            <a:ext cx="3530599" cy="4141787"/>
          </a:xfrm>
          <a:prstGeom prst="roundRect">
            <a:avLst>
              <a:gd name="adj" fmla="val 6545"/>
            </a:avLst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42A31C73-D6A1-462F-ABD3-31017B88D7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46172" y="3106058"/>
            <a:ext cx="2124322" cy="2264228"/>
          </a:xfrm>
          <a:prstGeom prst="roundRect">
            <a:avLst>
              <a:gd name="adj" fmla="val 4751"/>
            </a:avLst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DE07819-CE34-4E7F-88BE-FB420D0C1F1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954113" y="3106058"/>
            <a:ext cx="2124322" cy="2264228"/>
          </a:xfrm>
          <a:prstGeom prst="roundRect">
            <a:avLst>
              <a:gd name="adj" fmla="val 4751"/>
            </a:avLst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C1AB5D07-E9B2-4CCB-B4C5-DE5AEB69B8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62054" y="3106058"/>
            <a:ext cx="2124322" cy="2264228"/>
          </a:xfrm>
          <a:prstGeom prst="roundRect">
            <a:avLst>
              <a:gd name="adj" fmla="val 4751"/>
            </a:avLst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2545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F54B127-F257-4AD0-87AF-9FBBABE81D1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99200" y="1246136"/>
            <a:ext cx="5080000" cy="3761292"/>
          </a:xfrm>
          <a:prstGeom prst="roundRect">
            <a:avLst>
              <a:gd name="adj" fmla="val 5869"/>
            </a:avLst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9232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63787EF-3B5D-4AF5-AA5C-861C60CBC62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1180546"/>
            <a:ext cx="3657601" cy="5677454"/>
          </a:xfrm>
          <a:custGeom>
            <a:avLst/>
            <a:gdLst>
              <a:gd name="connsiteX0" fmla="*/ 214665 w 3657601"/>
              <a:gd name="connsiteY0" fmla="*/ 0 h 5677454"/>
              <a:gd name="connsiteX1" fmla="*/ 3442936 w 3657601"/>
              <a:gd name="connsiteY1" fmla="*/ 0 h 5677454"/>
              <a:gd name="connsiteX2" fmla="*/ 3657601 w 3657601"/>
              <a:gd name="connsiteY2" fmla="*/ 214665 h 5677454"/>
              <a:gd name="connsiteX3" fmla="*/ 3657601 w 3657601"/>
              <a:gd name="connsiteY3" fmla="*/ 5677454 h 5677454"/>
              <a:gd name="connsiteX4" fmla="*/ 0 w 3657601"/>
              <a:gd name="connsiteY4" fmla="*/ 5677454 h 5677454"/>
              <a:gd name="connsiteX5" fmla="*/ 0 w 3657601"/>
              <a:gd name="connsiteY5" fmla="*/ 214665 h 5677454"/>
              <a:gd name="connsiteX6" fmla="*/ 214665 w 3657601"/>
              <a:gd name="connsiteY6" fmla="*/ 0 h 5677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57601" h="5677454">
                <a:moveTo>
                  <a:pt x="214665" y="0"/>
                </a:moveTo>
                <a:lnTo>
                  <a:pt x="3442936" y="0"/>
                </a:lnTo>
                <a:cubicBezTo>
                  <a:pt x="3561492" y="0"/>
                  <a:pt x="3657601" y="96109"/>
                  <a:pt x="3657601" y="214665"/>
                </a:cubicBezTo>
                <a:lnTo>
                  <a:pt x="3657601" y="5677454"/>
                </a:lnTo>
                <a:lnTo>
                  <a:pt x="0" y="5677454"/>
                </a:lnTo>
                <a:lnTo>
                  <a:pt x="0" y="214665"/>
                </a:lnTo>
                <a:cubicBezTo>
                  <a:pt x="0" y="96109"/>
                  <a:pt x="96109" y="0"/>
                  <a:pt x="21466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6922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370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E40B153-8A5E-4950-91E4-F96C771585E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34006" y="1366977"/>
            <a:ext cx="1563220" cy="1310640"/>
          </a:xfrm>
          <a:prstGeom prst="roundRect">
            <a:avLst>
              <a:gd name="adj" fmla="val 4415"/>
            </a:avLst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D93C4D6-FCCF-4E73-B22B-0692238F3E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34006" y="3004561"/>
            <a:ext cx="1563220" cy="1310640"/>
          </a:xfrm>
          <a:prstGeom prst="roundRect">
            <a:avLst>
              <a:gd name="adj" fmla="val 4415"/>
            </a:avLst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0B41B7A-D4EE-472F-9C08-25E1A3F2A46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34006" y="4610559"/>
            <a:ext cx="1563220" cy="1310640"/>
          </a:xfrm>
          <a:prstGeom prst="roundRect">
            <a:avLst>
              <a:gd name="adj" fmla="val 4415"/>
            </a:avLst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32BDD788-D23B-467E-B1DA-F45BEBD5E4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03911" y="4765940"/>
            <a:ext cx="364772" cy="364773"/>
          </a:xfrm>
          <a:prstGeom prst="ellipse">
            <a:avLst/>
          </a:prstGeom>
        </p:spPr>
        <p:txBody>
          <a:bodyPr/>
          <a:lstStyle>
            <a:lvl1pPr>
              <a:defRPr sz="1000"/>
            </a:lvl1pPr>
          </a:lstStyle>
          <a:p>
            <a:endParaRPr lang="en-ID"/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FA0B136C-E53D-4250-B341-541E201D283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53600" y="4765940"/>
            <a:ext cx="364772" cy="364773"/>
          </a:xfrm>
          <a:prstGeom prst="ellipse">
            <a:avLst/>
          </a:prstGeom>
        </p:spPr>
        <p:txBody>
          <a:bodyPr/>
          <a:lstStyle>
            <a:lvl1pPr>
              <a:defRPr sz="10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7414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618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874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414FA8F-C8DA-4DEB-87FC-2BD61E411DF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630439" y="3429000"/>
            <a:ext cx="4448879" cy="3429000"/>
          </a:xfrm>
          <a:custGeom>
            <a:avLst/>
            <a:gdLst>
              <a:gd name="connsiteX0" fmla="*/ 185751 w 4448879"/>
              <a:gd name="connsiteY0" fmla="*/ 0 h 3429000"/>
              <a:gd name="connsiteX1" fmla="*/ 4263128 w 4448879"/>
              <a:gd name="connsiteY1" fmla="*/ 0 h 3429000"/>
              <a:gd name="connsiteX2" fmla="*/ 4448879 w 4448879"/>
              <a:gd name="connsiteY2" fmla="*/ 185751 h 3429000"/>
              <a:gd name="connsiteX3" fmla="*/ 4448879 w 4448879"/>
              <a:gd name="connsiteY3" fmla="*/ 3429000 h 3429000"/>
              <a:gd name="connsiteX4" fmla="*/ 0 w 4448879"/>
              <a:gd name="connsiteY4" fmla="*/ 3429000 h 3429000"/>
              <a:gd name="connsiteX5" fmla="*/ 0 w 4448879"/>
              <a:gd name="connsiteY5" fmla="*/ 185751 h 3429000"/>
              <a:gd name="connsiteX6" fmla="*/ 185751 w 4448879"/>
              <a:gd name="connsiteY6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8879" h="3429000">
                <a:moveTo>
                  <a:pt x="185751" y="0"/>
                </a:moveTo>
                <a:lnTo>
                  <a:pt x="4263128" y="0"/>
                </a:lnTo>
                <a:cubicBezTo>
                  <a:pt x="4365715" y="0"/>
                  <a:pt x="4448879" y="83164"/>
                  <a:pt x="4448879" y="185751"/>
                </a:cubicBezTo>
                <a:lnTo>
                  <a:pt x="4448879" y="3429000"/>
                </a:lnTo>
                <a:lnTo>
                  <a:pt x="0" y="3429000"/>
                </a:lnTo>
                <a:lnTo>
                  <a:pt x="0" y="185751"/>
                </a:lnTo>
                <a:cubicBezTo>
                  <a:pt x="0" y="83164"/>
                  <a:pt x="83164" y="0"/>
                  <a:pt x="18575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9201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795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8178C6-0E8C-4BF4-BEE2-23D5EA33C7E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13017" y="1188137"/>
            <a:ext cx="5192857" cy="2515155"/>
          </a:xfrm>
          <a:prstGeom prst="roundRect">
            <a:avLst>
              <a:gd name="adj" fmla="val 5114"/>
            </a:avLst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4159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891432-3EEA-4775-9E73-FC51132DDDB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3853522" cy="6858000"/>
          </a:xfrm>
          <a:custGeom>
            <a:avLst/>
            <a:gdLst>
              <a:gd name="connsiteX0" fmla="*/ 26534 w 3853522"/>
              <a:gd name="connsiteY0" fmla="*/ 0 h 6858000"/>
              <a:gd name="connsiteX1" fmla="*/ 3605865 w 3853522"/>
              <a:gd name="connsiteY1" fmla="*/ 0 h 6858000"/>
              <a:gd name="connsiteX2" fmla="*/ 3853522 w 3853522"/>
              <a:gd name="connsiteY2" fmla="*/ 247657 h 6858000"/>
              <a:gd name="connsiteX3" fmla="*/ 3853522 w 3853522"/>
              <a:gd name="connsiteY3" fmla="*/ 6610343 h 6858000"/>
              <a:gd name="connsiteX4" fmla="*/ 3605865 w 3853522"/>
              <a:gd name="connsiteY4" fmla="*/ 6858000 h 6858000"/>
              <a:gd name="connsiteX5" fmla="*/ 26534 w 3853522"/>
              <a:gd name="connsiteY5" fmla="*/ 6858000 h 6858000"/>
              <a:gd name="connsiteX6" fmla="*/ 0 w 3853522"/>
              <a:gd name="connsiteY6" fmla="*/ 6852643 h 6858000"/>
              <a:gd name="connsiteX7" fmla="*/ 0 w 3853522"/>
              <a:gd name="connsiteY7" fmla="*/ 53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3522" h="6858000">
                <a:moveTo>
                  <a:pt x="26534" y="0"/>
                </a:moveTo>
                <a:lnTo>
                  <a:pt x="3605865" y="0"/>
                </a:lnTo>
                <a:cubicBezTo>
                  <a:pt x="3742642" y="0"/>
                  <a:pt x="3853522" y="110880"/>
                  <a:pt x="3853522" y="247657"/>
                </a:cubicBezTo>
                <a:lnTo>
                  <a:pt x="3853522" y="6610343"/>
                </a:lnTo>
                <a:cubicBezTo>
                  <a:pt x="3853522" y="6747120"/>
                  <a:pt x="3742642" y="6858000"/>
                  <a:pt x="3605865" y="6858000"/>
                </a:cubicBezTo>
                <a:lnTo>
                  <a:pt x="26534" y="6858000"/>
                </a:lnTo>
                <a:lnTo>
                  <a:pt x="0" y="6852643"/>
                </a:lnTo>
                <a:lnTo>
                  <a:pt x="0" y="535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2838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9914792" cy="85407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HelveticaNeueLT Std" panose="020B0604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20494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897140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32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65115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681347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258406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62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876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8872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13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209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822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090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675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18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341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54FF61D-2AC9-1DD2-9A8E-5C2858C740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6400654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95" imgH="394" progId="TCLayout.ActiveDocument.1">
                  <p:embed/>
                </p:oleObj>
              </mc:Choice>
              <mc:Fallback>
                <p:oleObj name="think-cell Slide" r:id="rId17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4FF61D-2AC9-1DD2-9A8E-5C2858C74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623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9" r:id="rId7"/>
    <p:sldLayoutId id="2147483660" r:id="rId8"/>
    <p:sldLayoutId id="2147483661" r:id="rId9"/>
    <p:sldLayoutId id="2147483669" r:id="rId10"/>
    <p:sldLayoutId id="2147483662" r:id="rId11"/>
    <p:sldLayoutId id="2147483667" r:id="rId12"/>
    <p:sldLayoutId id="2147483668" r:id="rId13"/>
    <p:sldLayoutId id="214748367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49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Preparatory Bridge Course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On Python and Data Science Libraries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63FB0F-FA97-FDD0-065D-ED8CF8D5BCE2}"/>
              </a:ext>
            </a:extLst>
          </p:cNvPr>
          <p:cNvSpPr txBox="1"/>
          <p:nvPr/>
        </p:nvSpPr>
        <p:spPr>
          <a:xfrm>
            <a:off x="4984377" y="265157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n-GB" sz="3200" b="1" i="0" dirty="0">
                <a:effectLst/>
                <a:latin typeface="+mn-lt"/>
              </a:rPr>
              <a:t>Python</a:t>
            </a:r>
            <a:endParaRPr lang="en-GB" sz="3200" b="1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4065760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226B-EAB4-6387-0DA4-00FC08668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79" y="230833"/>
            <a:ext cx="9914792" cy="854075"/>
          </a:xfrm>
        </p:spPr>
        <p:txBody>
          <a:bodyPr/>
          <a:lstStyle/>
          <a:p>
            <a:r>
              <a:rPr lang="en-IN" sz="2800" b="1" dirty="0"/>
              <a:t>Variables and Common Data Types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0335169-B72B-9F09-DCDE-4E28D8096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38" y="1179522"/>
            <a:ext cx="5559972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variables?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Think of them as labeled boxes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storing data.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Assigning values: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use the equals sign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assign a value to a variable.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Naming rules: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 start with a letter or underscore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contain letters, numbers, and underscores.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case-sensitive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different from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A78C7-D212-6B68-66B4-4E8BDD8CC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837" y="1084908"/>
            <a:ext cx="3920748" cy="1965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281BB3-D216-8D8F-D7EE-2DB35716E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623" y="3429000"/>
            <a:ext cx="5067451" cy="290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97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10096-2914-5572-8566-0012FBD6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56" y="218707"/>
            <a:ext cx="9914792" cy="854075"/>
          </a:xfrm>
        </p:spPr>
        <p:txBody>
          <a:bodyPr/>
          <a:lstStyle/>
          <a:p>
            <a:r>
              <a:rPr lang="en-US" sz="2800" b="1" dirty="0"/>
              <a:t>Arithmetic Operators</a:t>
            </a:r>
            <a:br>
              <a:rPr lang="en-US" b="1" dirty="0"/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C00AD4-FDDF-03C7-37A7-D8CC344A2F00}"/>
              </a:ext>
            </a:extLst>
          </p:cNvPr>
          <p:cNvSpPr txBox="1"/>
          <p:nvPr/>
        </p:nvSpPr>
        <p:spPr>
          <a:xfrm>
            <a:off x="307427" y="1764772"/>
            <a:ext cx="8079828" cy="374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Key Operators: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</a:rPr>
              <a:t>+</a:t>
            </a:r>
            <a:r>
              <a:rPr lang="en-US" sz="2000" dirty="0"/>
              <a:t> : Addition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</a:rPr>
              <a:t>-</a:t>
            </a:r>
            <a:r>
              <a:rPr lang="en-US" sz="2000" dirty="0"/>
              <a:t> : Subtraction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</a:rPr>
              <a:t>*</a:t>
            </a:r>
            <a:r>
              <a:rPr lang="en-US" sz="2000" dirty="0"/>
              <a:t> : Multiplication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</a:rPr>
              <a:t>/</a:t>
            </a:r>
            <a:r>
              <a:rPr lang="en-US" sz="2000" dirty="0"/>
              <a:t> : Division (always results in a </a:t>
            </a:r>
            <a:r>
              <a:rPr lang="en-US" sz="2000" dirty="0">
                <a:latin typeface="Courier New" panose="02070309020205020404" pitchFamily="49" charset="0"/>
              </a:rPr>
              <a:t>float</a:t>
            </a:r>
            <a:r>
              <a:rPr lang="en-US" sz="2000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</a:rPr>
              <a:t>//</a:t>
            </a:r>
            <a:r>
              <a:rPr lang="en-US" sz="2000" dirty="0"/>
              <a:t>: Floor Division (rounds </a:t>
            </a:r>
            <a:r>
              <a:rPr lang="en-US" sz="2000" i="1" dirty="0"/>
              <a:t>down</a:t>
            </a:r>
            <a:r>
              <a:rPr lang="en-US" sz="2000" dirty="0"/>
              <a:t> to the nearest whole number)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</a:rPr>
              <a:t>%</a:t>
            </a:r>
            <a:r>
              <a:rPr lang="en-US" sz="2000" dirty="0"/>
              <a:t> : Modulus (gives the remainder of a division)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</a:rPr>
              <a:t>**</a:t>
            </a:r>
            <a:r>
              <a:rPr lang="en-US" sz="2000" dirty="0"/>
              <a:t>: Exponent (to the power of)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21071D-3536-1CAE-2B87-5541E273B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474" y="1556986"/>
            <a:ext cx="4176122" cy="22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558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5EE65-8089-B311-D890-1A264E8F1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82" y="102277"/>
            <a:ext cx="9914792" cy="854075"/>
          </a:xfrm>
        </p:spPr>
        <p:txBody>
          <a:bodyPr/>
          <a:lstStyle/>
          <a:p>
            <a:r>
              <a:rPr lang="en-US" b="1" dirty="0"/>
              <a:t>Defining &amp; Calling Functions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2DC4EB-8869-E0F0-3FBF-1C768EC62E25}"/>
              </a:ext>
            </a:extLst>
          </p:cNvPr>
          <p:cNvSpPr txBox="1"/>
          <p:nvPr/>
        </p:nvSpPr>
        <p:spPr>
          <a:xfrm>
            <a:off x="275897" y="956352"/>
            <a:ext cx="7775028" cy="420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What is a function?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 reusable block of code that performs a specific task. Think of it as a recipe.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Defining a function: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Uses the </a:t>
            </a:r>
            <a:r>
              <a:rPr lang="en-US" sz="2000" dirty="0">
                <a:latin typeface="Courier New" panose="02070309020205020404" pitchFamily="49" charset="0"/>
              </a:rPr>
              <a:t>def</a:t>
            </a:r>
            <a:r>
              <a:rPr lang="en-US" sz="2000" dirty="0"/>
              <a:t> keyword.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Followed by a function name, parentheses 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r>
              <a:rPr lang="en-US" sz="2000" dirty="0"/>
              <a:t>, and a colon </a:t>
            </a:r>
            <a:r>
              <a:rPr lang="en-US" sz="2000" dirty="0">
                <a:latin typeface="Courier New" panose="02070309020205020404" pitchFamily="49" charset="0"/>
              </a:rPr>
              <a:t>: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code </a:t>
            </a:r>
            <a:r>
              <a:rPr lang="en-US" sz="2000" i="1" dirty="0"/>
              <a:t>inside</a:t>
            </a:r>
            <a:r>
              <a:rPr lang="en-US" sz="2000" dirty="0"/>
              <a:t> the function must be indented.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Calling a function: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You "call" it by writing its name followed by parentheses 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r>
              <a:rPr lang="en-US" sz="20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CD532B-D1DF-64E9-ACD1-0AEF641A4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547" y="2166631"/>
            <a:ext cx="4098099" cy="239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160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FBD2-06F1-4FC9-1268-35038B86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7" y="249511"/>
            <a:ext cx="9914792" cy="854075"/>
          </a:xfrm>
        </p:spPr>
        <p:txBody>
          <a:bodyPr/>
          <a:lstStyle/>
          <a:p>
            <a:r>
              <a:rPr lang="en-US" sz="2800" b="1" dirty="0"/>
              <a:t>Python Indentation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A765A7-BD2C-3AAD-7322-579B57157B79}"/>
              </a:ext>
            </a:extLst>
          </p:cNvPr>
          <p:cNvSpPr txBox="1"/>
          <p:nvPr/>
        </p:nvSpPr>
        <p:spPr>
          <a:xfrm>
            <a:off x="210207" y="1115385"/>
            <a:ext cx="7346732" cy="462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What is Indentation?</a:t>
            </a:r>
            <a:endParaRPr lang="en-US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It's the whitespace (spaces or tabs) at the beginning of a line.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Why is it VITAL in Python?</a:t>
            </a:r>
            <a:endParaRPr lang="en-US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Unlike other languages that use curly braces </a:t>
            </a:r>
            <a:r>
              <a:rPr lang="en-US" dirty="0">
                <a:latin typeface="Courier New" panose="02070309020205020404" pitchFamily="49" charset="0"/>
              </a:rPr>
              <a:t>{ }</a:t>
            </a:r>
            <a:r>
              <a:rPr lang="en-US" dirty="0"/>
              <a:t>, Python uses indentation to </a:t>
            </a:r>
            <a:r>
              <a:rPr lang="en-US" b="1" dirty="0"/>
              <a:t>define code blocks</a:t>
            </a:r>
            <a:r>
              <a:rPr lang="en-US" dirty="0"/>
              <a:t>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tells Python what code "belongs" inside a function, an </a:t>
            </a:r>
            <a:r>
              <a:rPr lang="en-US" dirty="0">
                <a:latin typeface="Courier New" panose="02070309020205020404" pitchFamily="49" charset="0"/>
              </a:rPr>
              <a:t>if</a:t>
            </a:r>
            <a:r>
              <a:rPr lang="en-US" dirty="0"/>
              <a:t> statement, or a loop.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The Rules:</a:t>
            </a:r>
            <a:endParaRPr lang="en-US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Be consistent!</a:t>
            </a:r>
            <a:r>
              <a:rPr lang="en-US" dirty="0"/>
              <a:t> Lines at the same level of a block </a:t>
            </a:r>
            <a:r>
              <a:rPr lang="en-US" i="1" dirty="0"/>
              <a:t>must</a:t>
            </a:r>
            <a:r>
              <a:rPr lang="en-US" dirty="0"/>
              <a:t> have the same indentation.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You will get an </a:t>
            </a:r>
            <a:r>
              <a:rPr lang="en-US" dirty="0" err="1">
                <a:latin typeface="Courier New" panose="02070309020205020404" pitchFamily="49" charset="0"/>
              </a:rPr>
              <a:t>IndentationError</a:t>
            </a:r>
            <a:r>
              <a:rPr lang="en-US" dirty="0"/>
              <a:t> if it's wrong.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D2291-5BBA-A70F-1A99-56F1DFA63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632" y="1893362"/>
            <a:ext cx="3334294" cy="195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28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34D0-ACB7-6C67-5464-3E4C7A203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17" y="179107"/>
            <a:ext cx="9914792" cy="854075"/>
          </a:xfrm>
        </p:spPr>
        <p:txBody>
          <a:bodyPr/>
          <a:lstStyle/>
          <a:p>
            <a:r>
              <a:rPr lang="en-US" b="1" dirty="0"/>
              <a:t>Parameters and Arguments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9B0CE-BB4D-EC86-1B5B-E6DADBC68542}"/>
              </a:ext>
            </a:extLst>
          </p:cNvPr>
          <p:cNvSpPr txBox="1"/>
          <p:nvPr/>
        </p:nvSpPr>
        <p:spPr>
          <a:xfrm>
            <a:off x="296917" y="1220835"/>
            <a:ext cx="6768664" cy="372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Parameter: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variable</a:t>
            </a:r>
            <a:r>
              <a:rPr lang="en-US" sz="2000" dirty="0"/>
              <a:t> listed inside the parentheses when </a:t>
            </a:r>
            <a:r>
              <a:rPr lang="en-US" sz="2000" i="1" dirty="0"/>
              <a:t>defining</a:t>
            </a:r>
            <a:r>
              <a:rPr lang="en-US" sz="2000" dirty="0"/>
              <a:t> the function.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It's a placeholder, like a blank in a form.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Argument: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actual value</a:t>
            </a:r>
            <a:r>
              <a:rPr lang="en-US" sz="2000" dirty="0"/>
              <a:t> you send to the function when you </a:t>
            </a:r>
            <a:r>
              <a:rPr lang="en-US" sz="2000" i="1" dirty="0"/>
              <a:t>call</a:t>
            </a:r>
            <a:r>
              <a:rPr lang="en-US" sz="2000" dirty="0"/>
              <a:t> it.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It's the information you write in the blank.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C77F0F-9130-571B-3483-F38B166A6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416" y="1798802"/>
            <a:ext cx="4278828" cy="298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64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2FE0-2833-FFB0-6734-5C14F24D3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836" y="179107"/>
            <a:ext cx="9914792" cy="854075"/>
          </a:xfrm>
        </p:spPr>
        <p:txBody>
          <a:bodyPr/>
          <a:lstStyle/>
          <a:p>
            <a:r>
              <a:rPr lang="en-US" sz="2800" b="1" dirty="0">
                <a:latin typeface="Courier New" panose="02070309020205020404" pitchFamily="49" charset="0"/>
              </a:rPr>
              <a:t>print</a:t>
            </a:r>
            <a:r>
              <a:rPr lang="en-US" sz="2800" b="1" dirty="0"/>
              <a:t> vs. </a:t>
            </a:r>
            <a:r>
              <a:rPr lang="en-US" sz="2800" b="1" dirty="0">
                <a:latin typeface="Courier New" panose="02070309020205020404" pitchFamily="49" charset="0"/>
              </a:rPr>
              <a:t>return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BFE77-D582-2E3E-B51E-F2B4CC5F246E}"/>
              </a:ext>
            </a:extLst>
          </p:cNvPr>
          <p:cNvSpPr txBox="1"/>
          <p:nvPr/>
        </p:nvSpPr>
        <p:spPr>
          <a:xfrm>
            <a:off x="212836" y="852556"/>
            <a:ext cx="6660930" cy="557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dirty="0"/>
              <a:t>This is about how a function sends information </a:t>
            </a:r>
            <a:r>
              <a:rPr lang="en-US" sz="2000" i="1" dirty="0"/>
              <a:t>out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Courier New" panose="02070309020205020404" pitchFamily="49" charset="0"/>
              </a:rPr>
              <a:t>print()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What it does:</a:t>
            </a:r>
            <a:r>
              <a:rPr lang="en-US" sz="2000" dirty="0"/>
              <a:t> Displays a value to the screen.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Key idea:</a:t>
            </a:r>
            <a:r>
              <a:rPr lang="en-US" sz="2000" dirty="0"/>
              <a:t> The function itself </a:t>
            </a:r>
            <a:r>
              <a:rPr lang="en-US" sz="2000" b="1" dirty="0"/>
              <a:t>does not</a:t>
            </a:r>
            <a:r>
              <a:rPr lang="en-US" sz="2000" dirty="0"/>
              <a:t> give back a value you can store or use. It's a "dead end" for data.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Courier New" panose="02070309020205020404" pitchFamily="49" charset="0"/>
              </a:rPr>
              <a:t>return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What it does:</a:t>
            </a:r>
            <a:r>
              <a:rPr lang="en-US" sz="2000" dirty="0"/>
              <a:t> </a:t>
            </a:r>
            <a:r>
              <a:rPr lang="en-US" sz="2000" b="1" dirty="0"/>
              <a:t>Sends a value back</a:t>
            </a:r>
            <a:r>
              <a:rPr lang="en-US" sz="2000" dirty="0"/>
              <a:t> from the function.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Key idea:</a:t>
            </a:r>
            <a:r>
              <a:rPr lang="en-US" sz="2000" dirty="0"/>
              <a:t> This allows you to store the function's result in a variable for later use. It stops the function and "returns" the value.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69A560-846D-9B62-2E62-4E9E9C15F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404" y="1855333"/>
            <a:ext cx="5182049" cy="314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93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DA720-8B2A-6983-D98B-6D567EC4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18" y="281042"/>
            <a:ext cx="9914792" cy="854075"/>
          </a:xfrm>
        </p:spPr>
        <p:txBody>
          <a:bodyPr/>
          <a:lstStyle/>
          <a:p>
            <a:r>
              <a:rPr lang="en-US" sz="2800" b="1" dirty="0">
                <a:latin typeface="Courier New" panose="02070309020205020404" pitchFamily="49" charset="0"/>
              </a:rPr>
              <a:t>for</a:t>
            </a:r>
            <a:r>
              <a:rPr lang="en-US" sz="2800" b="1" dirty="0"/>
              <a:t> Loops and </a:t>
            </a:r>
            <a:r>
              <a:rPr lang="en-US" sz="2800" b="1" dirty="0">
                <a:latin typeface="Courier New" panose="02070309020205020404" pitchFamily="49" charset="0"/>
              </a:rPr>
              <a:t>range()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95C56C-4B79-58A9-F5E1-98AA03E550F0}"/>
              </a:ext>
            </a:extLst>
          </p:cNvPr>
          <p:cNvSpPr txBox="1"/>
          <p:nvPr/>
        </p:nvSpPr>
        <p:spPr>
          <a:xfrm>
            <a:off x="220718" y="1219200"/>
            <a:ext cx="6695090" cy="462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What is a </a:t>
            </a:r>
            <a:r>
              <a:rPr lang="en-US" b="1" dirty="0">
                <a:latin typeface="Courier New" panose="02070309020205020404" pitchFamily="49" charset="0"/>
              </a:rPr>
              <a:t>for</a:t>
            </a:r>
            <a:r>
              <a:rPr lang="en-US" b="1" dirty="0"/>
              <a:t> loop?</a:t>
            </a:r>
            <a:r>
              <a:rPr lang="en-US" dirty="0"/>
              <a:t> A way to </a:t>
            </a:r>
            <a:r>
              <a:rPr lang="en-US" b="1" dirty="0"/>
              <a:t>iterate</a:t>
            </a:r>
            <a:r>
              <a:rPr lang="en-US" dirty="0"/>
              <a:t> (repeat) a block of code for each item in a sequence (like a list, string, or </a:t>
            </a:r>
            <a:r>
              <a:rPr lang="en-US" dirty="0">
                <a:latin typeface="Courier New" panose="02070309020205020404" pitchFamily="49" charset="0"/>
              </a:rPr>
              <a:t>range</a:t>
            </a:r>
            <a:r>
              <a:rPr lang="en-US" dirty="0"/>
              <a:t>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What is </a:t>
            </a:r>
            <a:r>
              <a:rPr lang="en-US" b="1" dirty="0">
                <a:latin typeface="Courier New" panose="02070309020205020404" pitchFamily="49" charset="0"/>
              </a:rPr>
              <a:t>range()</a:t>
            </a:r>
            <a:r>
              <a:rPr lang="en-US" b="1" dirty="0"/>
              <a:t>?</a:t>
            </a:r>
            <a:r>
              <a:rPr lang="en-US" dirty="0"/>
              <a:t> A helper function that generates a sequence of numbers, perfect for loops.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Using </a:t>
            </a:r>
            <a:r>
              <a:rPr lang="en-US" b="1" dirty="0">
                <a:latin typeface="Courier New" panose="02070309020205020404" pitchFamily="49" charset="0"/>
              </a:rPr>
              <a:t>range()</a:t>
            </a:r>
            <a:r>
              <a:rPr lang="en-US" b="1" dirty="0"/>
              <a:t>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range(stop)</a:t>
            </a:r>
            <a:r>
              <a:rPr lang="en-US" dirty="0"/>
              <a:t>: Goes from 0 up to (but </a:t>
            </a:r>
            <a:r>
              <a:rPr lang="en-US" i="1" dirty="0"/>
              <a:t>not</a:t>
            </a:r>
            <a:r>
              <a:rPr lang="en-US" dirty="0"/>
              <a:t> including) the stop number.</a:t>
            </a:r>
          </a:p>
          <a:p>
            <a:pPr marL="1143000" lvl="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range(3)</a:t>
            </a:r>
            <a:r>
              <a:rPr lang="en-US" dirty="0"/>
              <a:t> gives </a:t>
            </a:r>
            <a:r>
              <a:rPr lang="en-US" dirty="0">
                <a:latin typeface="Courier New" panose="02070309020205020404" pitchFamily="49" charset="0"/>
              </a:rPr>
              <a:t>0, 1, 2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range(start, stop)</a:t>
            </a:r>
            <a:r>
              <a:rPr lang="en-US" dirty="0"/>
              <a:t>: Goes from the </a:t>
            </a:r>
            <a:r>
              <a:rPr lang="en-US" dirty="0">
                <a:latin typeface="Courier New" panose="02070309020205020404" pitchFamily="49" charset="0"/>
              </a:rPr>
              <a:t>start</a:t>
            </a:r>
            <a:r>
              <a:rPr lang="en-US" dirty="0"/>
              <a:t> number up to the </a:t>
            </a:r>
            <a:r>
              <a:rPr lang="en-US" dirty="0">
                <a:latin typeface="Courier New" panose="02070309020205020404" pitchFamily="49" charset="0"/>
              </a:rPr>
              <a:t>stop</a:t>
            </a:r>
            <a:r>
              <a:rPr lang="en-US" dirty="0"/>
              <a:t> number.</a:t>
            </a:r>
          </a:p>
          <a:p>
            <a:pPr marL="1143000" lvl="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range(1, 5)</a:t>
            </a:r>
            <a:r>
              <a:rPr lang="en-US" dirty="0"/>
              <a:t> gives </a:t>
            </a:r>
            <a:r>
              <a:rPr lang="en-US" dirty="0">
                <a:latin typeface="Courier New" panose="02070309020205020404" pitchFamily="49" charset="0"/>
              </a:rPr>
              <a:t>1, 2, 3, 4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D1FF1D-0F26-9FF6-C497-00EAC9B46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784" y="1501280"/>
            <a:ext cx="4260342" cy="373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17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7D3F-01C3-D8B7-11C9-ACF50C24B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345" y="217981"/>
            <a:ext cx="9914792" cy="854075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</a:rPr>
              <a:t>if / elif / else</a:t>
            </a:r>
            <a:r>
              <a:rPr lang="en-US" b="1" dirty="0"/>
              <a:t> Statements (Decision Making)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074253-FFAF-E89E-58F6-79FBDA1FF3AD}"/>
              </a:ext>
            </a:extLst>
          </p:cNvPr>
          <p:cNvSpPr txBox="1"/>
          <p:nvPr/>
        </p:nvSpPr>
        <p:spPr>
          <a:xfrm>
            <a:off x="223345" y="1238127"/>
            <a:ext cx="7396655" cy="466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What are they?</a:t>
            </a:r>
            <a:r>
              <a:rPr lang="en-US" sz="2000" dirty="0"/>
              <a:t> They allow your code to make decisions and run different blocks of code based on conditions.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How they work: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urier New" panose="02070309020205020404" pitchFamily="49" charset="0"/>
              </a:rPr>
              <a:t>if</a:t>
            </a:r>
            <a:r>
              <a:rPr lang="en-US" sz="2000" b="1" dirty="0"/>
              <a:t>:</a:t>
            </a:r>
            <a:r>
              <a:rPr lang="en-US" sz="2000" dirty="0"/>
              <a:t> Checks the </a:t>
            </a:r>
            <a:r>
              <a:rPr lang="en-US" sz="2000" i="1" dirty="0"/>
              <a:t>first</a:t>
            </a:r>
            <a:r>
              <a:rPr lang="en-US" sz="2000" dirty="0"/>
              <a:t> condition. If it's </a:t>
            </a:r>
            <a:r>
              <a:rPr lang="en-US" sz="2000" dirty="0">
                <a:latin typeface="Courier New" panose="02070309020205020404" pitchFamily="49" charset="0"/>
              </a:rPr>
              <a:t>True</a:t>
            </a:r>
            <a:r>
              <a:rPr lang="en-US" sz="2000" dirty="0"/>
              <a:t>, it runs its code block and skips the rest.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urier New" panose="02070309020205020404" pitchFamily="49" charset="0"/>
              </a:rPr>
              <a:t>elif</a:t>
            </a:r>
            <a:r>
              <a:rPr lang="en-US" sz="2000" b="1" dirty="0"/>
              <a:t> (short for "else if"):</a:t>
            </a:r>
            <a:r>
              <a:rPr lang="en-US" sz="2000" dirty="0"/>
              <a:t> If the </a:t>
            </a:r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/>
              <a:t> was </a:t>
            </a:r>
            <a:r>
              <a:rPr lang="en-US" sz="2000" dirty="0">
                <a:latin typeface="Courier New" panose="02070309020205020404" pitchFamily="49" charset="0"/>
              </a:rPr>
              <a:t>False</a:t>
            </a:r>
            <a:r>
              <a:rPr lang="en-US" sz="2000" dirty="0"/>
              <a:t>, it checks this </a:t>
            </a:r>
            <a:r>
              <a:rPr lang="en-US" sz="2000" i="1" dirty="0"/>
              <a:t>next</a:t>
            </a:r>
            <a:r>
              <a:rPr lang="en-US" sz="2000" dirty="0"/>
              <a:t> condition. You can have many </a:t>
            </a:r>
            <a:r>
              <a:rPr lang="en-US" sz="2000" dirty="0">
                <a:latin typeface="Courier New" panose="02070309020205020404" pitchFamily="49" charset="0"/>
              </a:rPr>
              <a:t>elif</a:t>
            </a:r>
            <a:r>
              <a:rPr lang="en-US" sz="2000" dirty="0"/>
              <a:t> statements.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ourier New" panose="02070309020205020404" pitchFamily="49" charset="0"/>
              </a:rPr>
              <a:t>else</a:t>
            </a:r>
            <a:r>
              <a:rPr lang="en-US" sz="2000" b="1" dirty="0"/>
              <a:t>:</a:t>
            </a:r>
            <a:r>
              <a:rPr lang="en-US" sz="2000" dirty="0"/>
              <a:t> If </a:t>
            </a:r>
            <a:r>
              <a:rPr lang="en-US" sz="2000" i="1" dirty="0"/>
              <a:t>all</a:t>
            </a:r>
            <a:r>
              <a:rPr lang="en-US" sz="2000" dirty="0"/>
              <a:t> of the </a:t>
            </a:r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/>
              <a:t> and </a:t>
            </a:r>
            <a:r>
              <a:rPr lang="en-US" sz="2000" dirty="0">
                <a:latin typeface="Courier New" panose="02070309020205020404" pitchFamily="49" charset="0"/>
              </a:rPr>
              <a:t>elif</a:t>
            </a:r>
            <a:r>
              <a:rPr lang="en-US" sz="2000" dirty="0"/>
              <a:t> conditions were </a:t>
            </a:r>
            <a:r>
              <a:rPr lang="en-US" sz="2000" dirty="0">
                <a:latin typeface="Courier New" panose="02070309020205020404" pitchFamily="49" charset="0"/>
              </a:rPr>
              <a:t>False</a:t>
            </a:r>
            <a:r>
              <a:rPr lang="en-US" sz="2000" dirty="0"/>
              <a:t>, the </a:t>
            </a:r>
            <a:r>
              <a:rPr lang="en-US" sz="2000" dirty="0">
                <a:latin typeface="Courier New" panose="02070309020205020404" pitchFamily="49" charset="0"/>
              </a:rPr>
              <a:t>else</a:t>
            </a:r>
            <a:r>
              <a:rPr lang="en-US" sz="2000" dirty="0"/>
              <a:t> block runs. It's a "catch-all" and is optional.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1968CD-42AF-96A4-2837-0AE22B322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121" y="2149548"/>
            <a:ext cx="3596940" cy="320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951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CDD8-BC31-32D1-19AD-E34F109B1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543" y="166780"/>
            <a:ext cx="9914792" cy="854075"/>
          </a:xfrm>
        </p:spPr>
        <p:txBody>
          <a:bodyPr/>
          <a:lstStyle/>
          <a:p>
            <a:r>
              <a:rPr lang="en-US" b="1" dirty="0"/>
              <a:t>Conditional &amp; Logical Operators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09801E-6CF8-32A7-0B0E-93AB8E1376C1}"/>
              </a:ext>
            </a:extLst>
          </p:cNvPr>
          <p:cNvSpPr txBox="1"/>
          <p:nvPr/>
        </p:nvSpPr>
        <p:spPr>
          <a:xfrm>
            <a:off x="134460" y="1842377"/>
            <a:ext cx="4731830" cy="3380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Conditional (Comparison) Operators:</a:t>
            </a:r>
            <a:r>
              <a:rPr lang="en-US" dirty="0"/>
              <a:t> They compare two values.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==</a:t>
            </a:r>
            <a:r>
              <a:rPr lang="en-US" dirty="0"/>
              <a:t> : </a:t>
            </a:r>
            <a:r>
              <a:rPr lang="en-US" b="1" dirty="0"/>
              <a:t>Equal to</a:t>
            </a:r>
            <a:r>
              <a:rPr lang="en-US" dirty="0"/>
              <a:t> (e.g., </a:t>
            </a:r>
            <a:r>
              <a:rPr lang="en-US" dirty="0">
                <a:latin typeface="Courier New" panose="02070309020205020404" pitchFamily="49" charset="0"/>
              </a:rPr>
              <a:t>a == 10</a:t>
            </a:r>
            <a:r>
              <a:rPr lang="en-US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!=</a:t>
            </a:r>
            <a:r>
              <a:rPr lang="en-US" dirty="0"/>
              <a:t> : </a:t>
            </a:r>
            <a:r>
              <a:rPr lang="en-US" b="1" dirty="0"/>
              <a:t>Not equal to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&gt;</a:t>
            </a:r>
            <a:r>
              <a:rPr lang="en-US" dirty="0"/>
              <a:t> : </a:t>
            </a:r>
            <a:r>
              <a:rPr lang="en-US" b="1" dirty="0"/>
              <a:t>Greater than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&lt;</a:t>
            </a:r>
            <a:r>
              <a:rPr lang="en-US" dirty="0"/>
              <a:t> : </a:t>
            </a:r>
            <a:r>
              <a:rPr lang="en-US" b="1" dirty="0"/>
              <a:t>Less than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&gt;=</a:t>
            </a:r>
            <a:r>
              <a:rPr lang="en-US" dirty="0"/>
              <a:t> : </a:t>
            </a:r>
            <a:r>
              <a:rPr lang="en-US" b="1" dirty="0"/>
              <a:t>Greater than or equal to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&lt;=</a:t>
            </a:r>
            <a:r>
              <a:rPr lang="en-US" dirty="0"/>
              <a:t> : </a:t>
            </a:r>
            <a:r>
              <a:rPr lang="en-US" b="1" dirty="0"/>
              <a:t>Less than or equal to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E154A5-A707-491B-759A-7D78255A6CDB}"/>
              </a:ext>
            </a:extLst>
          </p:cNvPr>
          <p:cNvSpPr txBox="1"/>
          <p:nvPr/>
        </p:nvSpPr>
        <p:spPr>
          <a:xfrm>
            <a:off x="307427" y="988302"/>
            <a:ext cx="10371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These are the tools that help you build the "questions" for your </a:t>
            </a:r>
            <a:r>
              <a:rPr lang="en-US" dirty="0">
                <a:latin typeface="Courier New" panose="02070309020205020404" pitchFamily="49" charset="0"/>
              </a:rPr>
              <a:t>if</a:t>
            </a:r>
            <a:r>
              <a:rPr lang="en-US" dirty="0"/>
              <a:t> statements.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BECEB6-5788-D53F-8118-C89643EDAE8E}"/>
              </a:ext>
            </a:extLst>
          </p:cNvPr>
          <p:cNvSpPr txBox="1"/>
          <p:nvPr/>
        </p:nvSpPr>
        <p:spPr>
          <a:xfrm>
            <a:off x="4950373" y="1799211"/>
            <a:ext cx="7199587" cy="4211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/>
              <a:t>Logical Operators:</a:t>
            </a:r>
            <a:r>
              <a:rPr lang="en-US" dirty="0"/>
              <a:t> They let you combine multiple conditions.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</a:rPr>
              <a:t>and</a:t>
            </a:r>
            <a:r>
              <a:rPr lang="en-US" dirty="0"/>
              <a:t>: </a:t>
            </a:r>
            <a:r>
              <a:rPr lang="en-US" b="1" dirty="0"/>
              <a:t>Both</a:t>
            </a:r>
            <a:r>
              <a:rPr lang="en-US" dirty="0"/>
              <a:t> must be </a:t>
            </a:r>
            <a:r>
              <a:rPr lang="en-US" dirty="0">
                <a:latin typeface="Courier New" panose="02070309020205020404" pitchFamily="49" charset="0"/>
              </a:rPr>
              <a:t>True</a:t>
            </a:r>
            <a:r>
              <a:rPr lang="en-US" dirty="0"/>
              <a:t>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r>
              <a:rPr lang="en-US" dirty="0"/>
              <a:t> Check if a number </a:t>
            </a:r>
            <a:r>
              <a:rPr lang="en-US" dirty="0">
                <a:latin typeface="Courier New" panose="02070309020205020404" pitchFamily="49" charset="0"/>
              </a:rPr>
              <a:t>x</a:t>
            </a:r>
            <a:r>
              <a:rPr lang="en-US" dirty="0"/>
              <a:t> is </a:t>
            </a:r>
            <a:r>
              <a:rPr lang="en-US" i="1" dirty="0"/>
              <a:t>between</a:t>
            </a:r>
            <a:r>
              <a:rPr lang="en-US" dirty="0"/>
              <a:t> 10 and 20.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if (x &gt; 10) and (x &lt; 20):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</a:rPr>
              <a:t>or</a:t>
            </a:r>
            <a:r>
              <a:rPr lang="en-US" dirty="0"/>
              <a:t>: At least </a:t>
            </a:r>
            <a:r>
              <a:rPr lang="en-US" b="1" dirty="0"/>
              <a:t>one</a:t>
            </a:r>
            <a:r>
              <a:rPr lang="en-US" dirty="0"/>
              <a:t> must be </a:t>
            </a:r>
            <a:r>
              <a:rPr lang="en-US" dirty="0">
                <a:latin typeface="Courier New" panose="02070309020205020404" pitchFamily="49" charset="0"/>
              </a:rPr>
              <a:t>True</a:t>
            </a:r>
            <a:r>
              <a:rPr lang="en-US" dirty="0"/>
              <a:t>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r>
              <a:rPr lang="en-US" dirty="0"/>
              <a:t> Check if a number </a:t>
            </a:r>
            <a:r>
              <a:rPr lang="en-US" dirty="0">
                <a:latin typeface="Courier New" panose="02070309020205020404" pitchFamily="49" charset="0"/>
              </a:rPr>
              <a:t>x</a:t>
            </a:r>
            <a:r>
              <a:rPr lang="en-US" dirty="0"/>
              <a:t> is "outside" the 10-20 range.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if (x &lt; 10) or (x &gt; 20):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</a:rPr>
              <a:t>not</a:t>
            </a:r>
            <a:r>
              <a:rPr lang="en-US" dirty="0"/>
              <a:t>: </a:t>
            </a:r>
            <a:r>
              <a:rPr lang="en-US" b="1" dirty="0"/>
              <a:t>Reverses</a:t>
            </a:r>
            <a:r>
              <a:rPr lang="en-US" dirty="0"/>
              <a:t> the result (flips </a:t>
            </a:r>
            <a:r>
              <a:rPr lang="en-US" dirty="0">
                <a:latin typeface="Courier New" panose="02070309020205020404" pitchFamily="49" charset="0"/>
              </a:rPr>
              <a:t>True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False</a:t>
            </a:r>
            <a:r>
              <a:rPr lang="en-US" dirty="0"/>
              <a:t> and vice versa).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r>
              <a:rPr lang="en-US" dirty="0"/>
              <a:t> Check if a number </a:t>
            </a:r>
            <a:r>
              <a:rPr lang="en-US" dirty="0">
                <a:latin typeface="Courier New" panose="02070309020205020404" pitchFamily="49" charset="0"/>
              </a:rPr>
              <a:t>x</a:t>
            </a:r>
            <a:r>
              <a:rPr lang="en-US" dirty="0"/>
              <a:t> is </a:t>
            </a:r>
            <a:r>
              <a:rPr lang="en-US" i="1" dirty="0"/>
              <a:t>not</a:t>
            </a:r>
            <a:r>
              <a:rPr lang="en-US" dirty="0"/>
              <a:t> equal to 5.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if not (x == 5):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268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36DF8-47AA-2251-65CB-C9B945EE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Getting User Input with </a:t>
            </a:r>
            <a:r>
              <a:rPr lang="en-US" b="1" dirty="0">
                <a:latin typeface="Courier New" panose="02070309020205020404" pitchFamily="49" charset="0"/>
              </a:rPr>
              <a:t>input()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B3C8BE-BC30-F5F7-7B15-E54DA6B72E79}"/>
              </a:ext>
            </a:extLst>
          </p:cNvPr>
          <p:cNvSpPr txBox="1"/>
          <p:nvPr/>
        </p:nvSpPr>
        <p:spPr>
          <a:xfrm>
            <a:off x="588579" y="1470731"/>
            <a:ext cx="5707118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What is it?</a:t>
            </a:r>
            <a:r>
              <a:rPr lang="en-US" dirty="0"/>
              <a:t> The </a:t>
            </a:r>
            <a:r>
              <a:rPr lang="en-US" dirty="0">
                <a:latin typeface="Courier New" panose="02070309020205020404" pitchFamily="49" charset="0"/>
              </a:rPr>
              <a:t>input()</a:t>
            </a:r>
            <a:r>
              <a:rPr lang="en-US" dirty="0"/>
              <a:t> function pauses your program and waits for the user to type something, and press Enter.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The Catch: It </a:t>
            </a:r>
            <a:r>
              <a:rPr lang="en-US" b="1" i="1" dirty="0"/>
              <a:t>always</a:t>
            </a:r>
            <a:r>
              <a:rPr lang="en-US" b="1" dirty="0"/>
              <a:t> returns a string!</a:t>
            </a:r>
            <a:endParaRPr lang="en-US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Even if the user types </a:t>
            </a:r>
            <a:r>
              <a:rPr lang="en-US" dirty="0">
                <a:latin typeface="Courier New" panose="02070309020205020404" pitchFamily="49" charset="0"/>
              </a:rPr>
              <a:t>123</a:t>
            </a:r>
            <a:r>
              <a:rPr lang="en-US" dirty="0"/>
              <a:t>, Python sees it as the </a:t>
            </a:r>
            <a:r>
              <a:rPr lang="en-US" i="1" dirty="0"/>
              <a:t>string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"123"</a:t>
            </a:r>
            <a:r>
              <a:rPr lang="en-US" dirty="0"/>
              <a:t>, not the </a:t>
            </a:r>
            <a:r>
              <a:rPr lang="en-US" i="1" dirty="0"/>
              <a:t>number</a:t>
            </a:r>
            <a:r>
              <a:rPr lang="en-US" dirty="0"/>
              <a:t> 123.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Type Conversion is Essential:</a:t>
            </a:r>
            <a:endParaRPr lang="en-US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You must use </a:t>
            </a:r>
            <a:r>
              <a:rPr lang="en-US" dirty="0">
                <a:latin typeface="Courier New" panose="02070309020205020404" pitchFamily="49" charset="0"/>
              </a:rPr>
              <a:t>int()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</a:rPr>
              <a:t>float()</a:t>
            </a:r>
            <a:r>
              <a:rPr lang="en-US" dirty="0"/>
              <a:t> to convert the string to a number if you want to perform math operations.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09AC56-1A84-A52A-D754-4A822DA9B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312" y="1646958"/>
            <a:ext cx="5316296" cy="2089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51E1EB-568C-EFBB-2BCF-CB5B2F525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272" y="4221980"/>
            <a:ext cx="2909094" cy="79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70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FE9A-B8E6-29B9-8188-504C1548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86" y="173206"/>
            <a:ext cx="9914792" cy="854075"/>
          </a:xfrm>
        </p:spPr>
        <p:txBody>
          <a:bodyPr/>
          <a:lstStyle/>
          <a:p>
            <a:r>
              <a:rPr lang="en-US" b="1" dirty="0"/>
              <a:t>String Indexing &amp; Slicing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93E57-E534-859B-89A4-185835045AB2}"/>
              </a:ext>
            </a:extLst>
          </p:cNvPr>
          <p:cNvSpPr txBox="1"/>
          <p:nvPr/>
        </p:nvSpPr>
        <p:spPr>
          <a:xfrm>
            <a:off x="265386" y="1795902"/>
            <a:ext cx="6156435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Indexing (Accessing </a:t>
            </a:r>
            <a:r>
              <a:rPr lang="en-US" b="1" i="1" dirty="0"/>
              <a:t>one</a:t>
            </a:r>
            <a:r>
              <a:rPr lang="en-US" b="1" dirty="0"/>
              <a:t> character):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Python strings are </a:t>
            </a:r>
            <a:r>
              <a:rPr lang="en-US" b="1" dirty="0"/>
              <a:t>0-indexed</a:t>
            </a:r>
            <a:r>
              <a:rPr lang="en-US" dirty="0"/>
              <a:t>, meaning the first character is at index </a:t>
            </a:r>
            <a:r>
              <a:rPr lang="en-US" dirty="0">
                <a:latin typeface="Courier New" panose="02070309020205020404" pitchFamily="49" charset="0"/>
              </a:rPr>
              <a:t>0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You can also use </a:t>
            </a:r>
            <a:r>
              <a:rPr lang="en-US" i="1" dirty="0"/>
              <a:t>negative</a:t>
            </a:r>
            <a:r>
              <a:rPr lang="en-US" dirty="0"/>
              <a:t> indexes to count from the end (</a:t>
            </a:r>
            <a:r>
              <a:rPr lang="en-US" dirty="0">
                <a:latin typeface="Courier New" panose="02070309020205020404" pitchFamily="49" charset="0"/>
              </a:rPr>
              <a:t>-1</a:t>
            </a:r>
            <a:r>
              <a:rPr lang="en-US" dirty="0"/>
              <a:t> is the last character).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Slicing (Accessing a </a:t>
            </a:r>
            <a:r>
              <a:rPr lang="en-US" b="1" i="1" dirty="0"/>
              <a:t>substring</a:t>
            </a:r>
            <a:r>
              <a:rPr lang="en-US" b="1" dirty="0"/>
              <a:t>):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the syntax 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start:stop</a:t>
            </a:r>
            <a:r>
              <a:rPr lang="en-US" dirty="0">
                <a:latin typeface="Courier New" panose="02070309020205020404" pitchFamily="49" charset="0"/>
              </a:rPr>
              <a:t>]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start</a:t>
            </a:r>
            <a:r>
              <a:rPr lang="en-US" dirty="0"/>
              <a:t>: The index to begin (inclusive).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stop</a:t>
            </a:r>
            <a:r>
              <a:rPr lang="en-US" dirty="0"/>
              <a:t>: The index to end at (exclusive - it does </a:t>
            </a:r>
            <a:r>
              <a:rPr lang="en-US" i="1" dirty="0"/>
              <a:t>not</a:t>
            </a:r>
            <a:r>
              <a:rPr lang="en-US" dirty="0"/>
              <a:t> include this position).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6A59A8-EAC2-5ACA-C35D-81847D365B2E}"/>
              </a:ext>
            </a:extLst>
          </p:cNvPr>
          <p:cNvSpPr txBox="1"/>
          <p:nvPr/>
        </p:nvSpPr>
        <p:spPr>
          <a:xfrm>
            <a:off x="265386" y="955056"/>
            <a:ext cx="891277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What is it?</a:t>
            </a:r>
            <a:r>
              <a:rPr lang="en-US" dirty="0"/>
              <a:t> Accessing specific parts of a string using its position, or "index".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F7194C-42AA-B68B-F732-5CF9334EA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821" y="1931135"/>
            <a:ext cx="5244661" cy="434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884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94D06-B70B-3B6B-C06F-055F81ECE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4793"/>
            <a:ext cx="9914792" cy="854075"/>
          </a:xfrm>
        </p:spPr>
        <p:txBody>
          <a:bodyPr/>
          <a:lstStyle/>
          <a:p>
            <a:r>
              <a:rPr lang="en-US" sz="2800" b="1" dirty="0">
                <a:latin typeface="Courier New" panose="02070309020205020404" pitchFamily="49" charset="0"/>
              </a:rPr>
              <a:t>for</a:t>
            </a:r>
            <a:r>
              <a:rPr lang="en-US" sz="2800" b="1" dirty="0"/>
              <a:t> Loops with Strings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15B39-8ED4-95B2-170B-3834C019A9E7}"/>
              </a:ext>
            </a:extLst>
          </p:cNvPr>
          <p:cNvSpPr txBox="1"/>
          <p:nvPr/>
        </p:nvSpPr>
        <p:spPr>
          <a:xfrm>
            <a:off x="381000" y="1721935"/>
            <a:ext cx="6096000" cy="326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How it works:</a:t>
            </a:r>
            <a:r>
              <a:rPr lang="en-US" sz="2000" dirty="0"/>
              <a:t> A string is a </a:t>
            </a:r>
            <a:r>
              <a:rPr lang="en-US" sz="2000" b="1" dirty="0"/>
              <a:t>sequence of characters</a:t>
            </a:r>
            <a:r>
              <a:rPr lang="en-US" sz="2000" dirty="0"/>
              <a:t>, so you can loop over it directly with a </a:t>
            </a:r>
            <a:r>
              <a:rPr lang="en-US" sz="2000" b="1" dirty="0">
                <a:latin typeface="Courier New" panose="02070309020205020404" pitchFamily="49" charset="0"/>
              </a:rPr>
              <a:t>for</a:t>
            </a:r>
            <a:r>
              <a:rPr lang="en-US" sz="2000" dirty="0"/>
              <a:t>  loop.</a:t>
            </a:r>
          </a:p>
          <a:p>
            <a:pPr algn="just">
              <a:lnSpc>
                <a:spcPct val="150000"/>
              </a:lnSpc>
              <a:buNone/>
            </a:pPr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US" sz="2000" b="1" dirty="0"/>
              <a:t>What it does:</a:t>
            </a:r>
            <a:r>
              <a:rPr lang="en-US" sz="2000" dirty="0"/>
              <a:t> The loop will run one time for each character in the string, giving you access to that character.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66AC42-AFA5-6B75-3BE1-4CCF8EC86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438" y="1196228"/>
            <a:ext cx="2105541" cy="23109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770589-2D98-F406-6E97-9D899FA3B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14" y="4117604"/>
            <a:ext cx="3787196" cy="20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362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88037-78DE-99FA-7E1F-CE55400CB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&amp; Accessing Lists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0F79FC-CCA9-3DDA-29CC-1AEFCDA94B13}"/>
              </a:ext>
            </a:extLst>
          </p:cNvPr>
          <p:cNvSpPr txBox="1"/>
          <p:nvPr/>
        </p:nvSpPr>
        <p:spPr>
          <a:xfrm>
            <a:off x="381000" y="1077532"/>
            <a:ext cx="7270532" cy="2222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What is a List?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ordered</a:t>
            </a:r>
            <a:r>
              <a:rPr lang="en-US" dirty="0"/>
              <a:t>, </a:t>
            </a:r>
            <a:r>
              <a:rPr lang="en-US" b="1" dirty="0"/>
              <a:t>changeable</a:t>
            </a:r>
            <a:r>
              <a:rPr lang="en-US" dirty="0"/>
              <a:t> collection of items.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Items are inside square brackets </a:t>
            </a:r>
            <a:r>
              <a:rPr lang="en-US" dirty="0">
                <a:latin typeface="Courier New" panose="02070309020205020404" pitchFamily="49" charset="0"/>
              </a:rPr>
              <a:t>[]</a:t>
            </a:r>
            <a:r>
              <a:rPr lang="en-US" dirty="0"/>
              <a:t>, separated by commas.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Can hold items of </a:t>
            </a:r>
            <a:r>
              <a:rPr lang="en-US" i="1" dirty="0"/>
              <a:t>any</a:t>
            </a:r>
            <a:r>
              <a:rPr lang="en-US" dirty="0"/>
              <a:t> data type, including mixed types.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8E9AB34-2088-CFF9-B72D-F03479ABE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726" y="3752656"/>
            <a:ext cx="5570481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Accessing Items (Indexing &amp; Slicing):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 like strings, lists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0-indexed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[index]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get one item.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start:stop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get a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 "slice").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C1754D-67F2-943E-886E-1C5659DCB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378" y="1195123"/>
            <a:ext cx="4528461" cy="1472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AEE0B3-0200-A0D9-DF77-4B2E22D76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533" y="3498088"/>
            <a:ext cx="4210868" cy="277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2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CAA4-E5BA-FE37-2B46-7A065BD92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53" y="142253"/>
            <a:ext cx="9914792" cy="854075"/>
          </a:xfrm>
        </p:spPr>
        <p:txBody>
          <a:bodyPr/>
          <a:lstStyle/>
          <a:p>
            <a:r>
              <a:rPr lang="en-US" b="1" dirty="0"/>
              <a:t>List Mutability &amp; Methods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B0BD8-D76C-1039-9A84-C986AFABF25D}"/>
              </a:ext>
            </a:extLst>
          </p:cNvPr>
          <p:cNvSpPr txBox="1"/>
          <p:nvPr/>
        </p:nvSpPr>
        <p:spPr>
          <a:xfrm>
            <a:off x="327953" y="1219200"/>
            <a:ext cx="7365124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Key Concept: Lists are "Mutable“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Mutable</a:t>
            </a:r>
            <a:r>
              <a:rPr lang="en-US" dirty="0"/>
              <a:t> = </a:t>
            </a:r>
            <a:r>
              <a:rPr lang="en-US" b="1" dirty="0"/>
              <a:t>Changeable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is the </a:t>
            </a:r>
            <a:r>
              <a:rPr lang="en-US" i="1" dirty="0"/>
              <a:t>biggest difference</a:t>
            </a:r>
            <a:r>
              <a:rPr lang="en-US" dirty="0"/>
              <a:t> from strings (which are immutable).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You can change, add, or remove items from a list </a:t>
            </a:r>
            <a:r>
              <a:rPr lang="en-US" i="1" dirty="0"/>
              <a:t>in-place</a:t>
            </a:r>
            <a:r>
              <a:rPr lang="en-US" dirty="0"/>
              <a:t> after it has been created.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D2353B-93F4-4E70-714F-DE2C8A2D8FD3}"/>
              </a:ext>
            </a:extLst>
          </p:cNvPr>
          <p:cNvGrpSpPr/>
          <p:nvPr/>
        </p:nvGrpSpPr>
        <p:grpSpPr>
          <a:xfrm>
            <a:off x="7693077" y="983513"/>
            <a:ext cx="4117922" cy="2066786"/>
            <a:chOff x="7693078" y="1362214"/>
            <a:chExt cx="4117922" cy="206678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E754A89-CFAF-106E-5F51-4E59333F3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93078" y="1739596"/>
              <a:ext cx="4117922" cy="168940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624B1F-1188-AD5F-F353-CC3CBD7760BF}"/>
                </a:ext>
              </a:extLst>
            </p:cNvPr>
            <p:cNvSpPr txBox="1"/>
            <p:nvPr/>
          </p:nvSpPr>
          <p:spPr>
            <a:xfrm>
              <a:off x="7987862" y="1362214"/>
              <a:ext cx="3394841" cy="377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Changing an Item (by index):</a:t>
              </a:r>
              <a:endParaRPr lang="en-IN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6B78983-C7EA-32E4-EC5F-C37AC8983A69}"/>
              </a:ext>
            </a:extLst>
          </p:cNvPr>
          <p:cNvSpPr txBox="1"/>
          <p:nvPr/>
        </p:nvSpPr>
        <p:spPr>
          <a:xfrm>
            <a:off x="380999" y="3958848"/>
            <a:ext cx="7365123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Modifying with Methods (in-place):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 .append(item)</a:t>
            </a:r>
            <a:r>
              <a:rPr lang="en-US" b="1" dirty="0"/>
              <a:t>:</a:t>
            </a:r>
            <a:r>
              <a:rPr lang="en-US" dirty="0"/>
              <a:t> Adds one item to the </a:t>
            </a:r>
            <a:r>
              <a:rPr lang="en-US" i="1" dirty="0"/>
              <a:t>end</a:t>
            </a:r>
            <a:r>
              <a:rPr lang="en-US" dirty="0"/>
              <a:t> of the list.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 .remove(value)</a:t>
            </a:r>
            <a:r>
              <a:rPr lang="en-US" b="1" dirty="0"/>
              <a:t>:</a:t>
            </a:r>
            <a:r>
              <a:rPr lang="en-US" dirty="0"/>
              <a:t> Removes the </a:t>
            </a:r>
            <a:r>
              <a:rPr lang="en-US" i="1" dirty="0"/>
              <a:t>first</a:t>
            </a:r>
            <a:r>
              <a:rPr lang="en-US" dirty="0"/>
              <a:t> item that matches the </a:t>
            </a:r>
            <a:r>
              <a:rPr lang="en-US" dirty="0">
                <a:latin typeface="Courier New" panose="02070309020205020404" pitchFamily="49" charset="0"/>
              </a:rPr>
              <a:t>value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 .pop()</a:t>
            </a:r>
            <a:r>
              <a:rPr lang="en-US" b="1" dirty="0"/>
              <a:t>:</a:t>
            </a:r>
            <a:r>
              <a:rPr lang="en-US" dirty="0"/>
              <a:t> Removes and </a:t>
            </a:r>
            <a:r>
              <a:rPr lang="en-US" i="1" dirty="0"/>
              <a:t>returns</a:t>
            </a:r>
            <a:r>
              <a:rPr lang="en-US" dirty="0"/>
              <a:t> the item at the end (or at a given index).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907569-B61B-6B22-9A24-BA81070614D5}"/>
              </a:ext>
            </a:extLst>
          </p:cNvPr>
          <p:cNvGrpSpPr/>
          <p:nvPr/>
        </p:nvGrpSpPr>
        <p:grpSpPr>
          <a:xfrm>
            <a:off x="8156027" y="3505872"/>
            <a:ext cx="3069021" cy="3209875"/>
            <a:chOff x="8208579" y="3530445"/>
            <a:chExt cx="3069021" cy="320987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45E3F77-B9BF-2988-47A3-10E4AB314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08579" y="3850331"/>
              <a:ext cx="2817939" cy="288998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08A3B3-92EA-4BAB-5D17-0DB69AB21F95}"/>
                </a:ext>
              </a:extLst>
            </p:cNvPr>
            <p:cNvSpPr txBox="1"/>
            <p:nvPr/>
          </p:nvSpPr>
          <p:spPr>
            <a:xfrm>
              <a:off x="8208579" y="3530445"/>
              <a:ext cx="306902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b="1" dirty="0"/>
                <a:t>Example: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197932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30F71-6D18-266F-A21C-9AA00B8C6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Dictionaries (Key-Value Pairs)</a:t>
            </a:r>
            <a:br>
              <a:rPr lang="en-US" b="1" dirty="0"/>
            </a:b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663340-1A4F-3FB7-9A83-B50E84899975}"/>
              </a:ext>
            </a:extLst>
          </p:cNvPr>
          <p:cNvSpPr txBox="1"/>
          <p:nvPr/>
        </p:nvSpPr>
        <p:spPr>
          <a:xfrm>
            <a:off x="241443" y="1361790"/>
            <a:ext cx="5623034" cy="5131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What are they?</a:t>
            </a:r>
            <a:r>
              <a:rPr lang="en-US" sz="2000" dirty="0"/>
              <a:t> A collection for storing data as </a:t>
            </a:r>
            <a:r>
              <a:rPr lang="en-US" sz="2000" b="1" dirty="0">
                <a:latin typeface="Courier New" panose="02070309020205020404" pitchFamily="49" charset="0"/>
              </a:rPr>
              <a:t>key: value</a:t>
            </a:r>
            <a:r>
              <a:rPr lang="en-US" sz="2000" dirty="0"/>
              <a:t> pairs.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Analogy:</a:t>
            </a:r>
            <a:r>
              <a:rPr lang="en-US" sz="2000" dirty="0"/>
              <a:t> Think of a real dictionary. The </a:t>
            </a:r>
            <a:r>
              <a:rPr lang="en-US" sz="2000" b="1" dirty="0"/>
              <a:t>key</a:t>
            </a:r>
            <a:r>
              <a:rPr lang="en-US" sz="2000" dirty="0"/>
              <a:t> is the "word" you look up, and the </a:t>
            </a:r>
            <a:r>
              <a:rPr lang="en-US" sz="2000" b="1" dirty="0"/>
              <a:t>value</a:t>
            </a:r>
            <a:r>
              <a:rPr lang="en-US" sz="2000" dirty="0"/>
              <a:t> is its "definition".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Rules: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Keys must be </a:t>
            </a:r>
            <a:r>
              <a:rPr lang="en-US" sz="2000" b="1" dirty="0"/>
              <a:t>unique</a:t>
            </a:r>
            <a:r>
              <a:rPr lang="en-US" sz="2000" dirty="0"/>
              <a:t> and </a:t>
            </a:r>
            <a:r>
              <a:rPr lang="en-US" sz="2000" b="1" dirty="0"/>
              <a:t>immutable</a:t>
            </a:r>
            <a:r>
              <a:rPr lang="en-US" sz="2000" dirty="0"/>
              <a:t> (strings, numbers, or tuples are fine).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Values can be anything (lists, other dictionaries, etc.).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Syntax (using </a:t>
            </a:r>
            <a:r>
              <a:rPr lang="en-US" sz="2000" b="1" dirty="0">
                <a:latin typeface="Courier New" panose="02070309020205020404" pitchFamily="49" charset="0"/>
              </a:rPr>
              <a:t>{}</a:t>
            </a:r>
            <a:r>
              <a:rPr lang="en-US" sz="2000" b="1" dirty="0"/>
              <a:t>):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79385A-39C2-4F63-D620-3A35FEDD9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046" y="1480552"/>
            <a:ext cx="5391511" cy="447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69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4973-14A3-020A-22AC-06EB1A477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86" y="344793"/>
            <a:ext cx="9914792" cy="854075"/>
          </a:xfrm>
        </p:spPr>
        <p:txBody>
          <a:bodyPr/>
          <a:lstStyle/>
          <a:p>
            <a:r>
              <a:rPr lang="en-US" b="1" dirty="0"/>
              <a:t>Tuples (Immutable Sequences)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84E1A1-2F35-9C67-9E5C-2737D1154E14}"/>
              </a:ext>
            </a:extLst>
          </p:cNvPr>
          <p:cNvSpPr txBox="1"/>
          <p:nvPr/>
        </p:nvSpPr>
        <p:spPr>
          <a:xfrm>
            <a:off x="381001" y="1366795"/>
            <a:ext cx="5342082" cy="296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What are they?</a:t>
            </a:r>
            <a:r>
              <a:rPr lang="en-US" dirty="0"/>
              <a:t> An </a:t>
            </a:r>
            <a:r>
              <a:rPr lang="en-US" b="1" dirty="0"/>
              <a:t>ordered</a:t>
            </a:r>
            <a:r>
              <a:rPr lang="en-US" dirty="0"/>
              <a:t>, </a:t>
            </a:r>
            <a:r>
              <a:rPr lang="en-US" b="1" dirty="0"/>
              <a:t>immutable</a:t>
            </a:r>
            <a:r>
              <a:rPr lang="en-US" dirty="0"/>
              <a:t> collection of items.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Immutable:</a:t>
            </a:r>
            <a:r>
              <a:rPr lang="en-US" dirty="0"/>
              <a:t> This is the key. It means </a:t>
            </a:r>
            <a:r>
              <a:rPr lang="en-US" b="1" dirty="0"/>
              <a:t>"cannot be changed"</a:t>
            </a:r>
            <a:r>
              <a:rPr lang="en-US" dirty="0"/>
              <a:t> once created (just like a string).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Syntax (using </a:t>
            </a:r>
            <a:r>
              <a:rPr lang="en-US" b="1" dirty="0">
                <a:latin typeface="Courier New" panose="02070309020205020404" pitchFamily="49" charset="0"/>
              </a:rPr>
              <a:t>()</a:t>
            </a:r>
            <a:r>
              <a:rPr lang="en-US" b="1" dirty="0"/>
              <a:t>):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0F1906-CC65-D09E-9376-D41A5B75E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366" y="2106815"/>
            <a:ext cx="5342083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164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0412-52DB-E72C-0E47-10D79EC5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88892"/>
            <a:ext cx="9914792" cy="854075"/>
          </a:xfrm>
        </p:spPr>
        <p:txBody>
          <a:bodyPr/>
          <a:lstStyle/>
          <a:p>
            <a:r>
              <a:rPr lang="en-IN" sz="2800" b="1" dirty="0"/>
              <a:t>Classes and Instances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60DCFD9-11AB-86BD-1EC4-654CF6770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17033"/>
            <a:ext cx="6387662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What is a Class?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creating objects.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defines a new, custom data type.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A58C9-66BE-EAE3-B938-C93ED4AEE351}"/>
              </a:ext>
            </a:extLst>
          </p:cNvPr>
          <p:cNvSpPr txBox="1"/>
          <p:nvPr/>
        </p:nvSpPr>
        <p:spPr>
          <a:xfrm>
            <a:off x="381000" y="3846269"/>
            <a:ext cx="6387662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an Instance?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specific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class blueprint.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Person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E1997F-3247-7158-EFFD-4A8A483ED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06" y="1436594"/>
            <a:ext cx="4288500" cy="31891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25DE01-59E7-225F-A240-AD8643FBA7DE}"/>
              </a:ext>
            </a:extLst>
          </p:cNvPr>
          <p:cNvSpPr txBox="1"/>
          <p:nvPr/>
        </p:nvSpPr>
        <p:spPr>
          <a:xfrm>
            <a:off x="7379906" y="5018096"/>
            <a:ext cx="44310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In this example, we define a basic Person class with an initialization method (__</a:t>
            </a:r>
            <a:r>
              <a:rPr lang="en-GB" sz="1800" dirty="0" err="1"/>
              <a:t>init</a:t>
            </a:r>
            <a:r>
              <a:rPr lang="en-GB" sz="1800" dirty="0"/>
              <a:t>__) and a greeting method.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3559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78B7-7D4E-744D-E148-FB94FF508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61" y="196284"/>
            <a:ext cx="9914792" cy="854075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</a:rPr>
              <a:t>__init__</a:t>
            </a:r>
            <a:r>
              <a:rPr lang="en-US" b="1" dirty="0"/>
              <a:t> and </a:t>
            </a:r>
            <a:r>
              <a:rPr lang="en-US" b="1" dirty="0">
                <a:latin typeface="Courier New" panose="02070309020205020404" pitchFamily="49" charset="0"/>
              </a:rPr>
              <a:t>self</a:t>
            </a:r>
            <a:r>
              <a:rPr lang="en-US" b="1" dirty="0"/>
              <a:t> (The Constructor)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FB84C-18D7-5A5C-C529-5A74A3A90ADC}"/>
              </a:ext>
            </a:extLst>
          </p:cNvPr>
          <p:cNvSpPr txBox="1"/>
          <p:nvPr/>
        </p:nvSpPr>
        <p:spPr>
          <a:xfrm>
            <a:off x="101162" y="1219200"/>
            <a:ext cx="7623941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What is </a:t>
            </a:r>
            <a:r>
              <a:rPr lang="en-US" b="1" dirty="0">
                <a:latin typeface="Courier New" panose="02070309020205020404" pitchFamily="49" charset="0"/>
              </a:rPr>
              <a:t>__init__</a:t>
            </a:r>
            <a:r>
              <a:rPr lang="en-US" b="1" dirty="0"/>
              <a:t>?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special double-underscore method. It's the </a:t>
            </a:r>
            <a:r>
              <a:rPr lang="en-US" b="1" dirty="0"/>
              <a:t>constructor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runs </a:t>
            </a:r>
            <a:r>
              <a:rPr lang="en-US" i="1" dirty="0"/>
              <a:t>automatically</a:t>
            </a:r>
            <a:r>
              <a:rPr lang="en-US" dirty="0"/>
              <a:t> every time you create a new instance.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Its job is to </a:t>
            </a:r>
            <a:r>
              <a:rPr lang="en-US" b="1" dirty="0"/>
              <a:t>initialize</a:t>
            </a:r>
            <a:r>
              <a:rPr lang="en-US" dirty="0"/>
              <a:t> the instance's starting data (its "attributes").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What is </a:t>
            </a:r>
            <a:r>
              <a:rPr lang="en-US" b="1" dirty="0">
                <a:latin typeface="Courier New" panose="02070309020205020404" pitchFamily="49" charset="0"/>
              </a:rPr>
              <a:t>self</a:t>
            </a:r>
            <a:r>
              <a:rPr lang="en-US" b="1" dirty="0"/>
              <a:t>?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self</a:t>
            </a:r>
            <a:r>
              <a:rPr lang="en-US" dirty="0"/>
              <a:t> is the </a:t>
            </a:r>
            <a:r>
              <a:rPr lang="en-US" b="1" dirty="0"/>
              <a:t>most important</a:t>
            </a:r>
            <a:r>
              <a:rPr lang="en-US" dirty="0"/>
              <a:t> parameter. It's </a:t>
            </a:r>
            <a:r>
              <a:rPr lang="en-US" i="1" dirty="0"/>
              <a:t>always</a:t>
            </a:r>
            <a:r>
              <a:rPr lang="en-US" dirty="0"/>
              <a:t> the first parameter.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refers to the </a:t>
            </a:r>
            <a:r>
              <a:rPr lang="en-US" b="1" dirty="0"/>
              <a:t>instance itself</a:t>
            </a:r>
            <a:r>
              <a:rPr lang="en-US" dirty="0"/>
              <a:t> (e.g., </a:t>
            </a:r>
            <a:r>
              <a:rPr lang="en-US" dirty="0">
                <a:latin typeface="Courier New" panose="02070309020205020404" pitchFamily="49" charset="0"/>
              </a:rPr>
              <a:t>p1</a:t>
            </a:r>
            <a:r>
              <a:rPr lang="en-US" dirty="0"/>
              <a:t>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 use </a:t>
            </a:r>
            <a:r>
              <a:rPr lang="en-US" dirty="0" err="1">
                <a:latin typeface="Courier New" panose="02070309020205020404" pitchFamily="49" charset="0"/>
              </a:rPr>
              <a:t>self.attribute</a:t>
            </a:r>
            <a:r>
              <a:rPr lang="en-US" dirty="0">
                <a:latin typeface="Courier New" panose="02070309020205020404" pitchFamily="49" charset="0"/>
              </a:rPr>
              <a:t> = value</a:t>
            </a:r>
            <a:r>
              <a:rPr lang="en-US" dirty="0"/>
              <a:t> to "attach" data to that specific instance.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D9B321-B650-8D40-D03D-9F8385215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587" y="1834403"/>
            <a:ext cx="4083191" cy="303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79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F3310-DD64-A3E8-E810-3A63C6877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(Functions in a Class)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1FA04-91F2-7027-6660-9E2A8008DA52}"/>
              </a:ext>
            </a:extLst>
          </p:cNvPr>
          <p:cNvSpPr txBox="1"/>
          <p:nvPr/>
        </p:nvSpPr>
        <p:spPr>
          <a:xfrm>
            <a:off x="381000" y="1322209"/>
            <a:ext cx="5553635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What is a Method?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method</a:t>
            </a:r>
            <a:r>
              <a:rPr lang="en-US" dirty="0"/>
              <a:t> is just a </a:t>
            </a:r>
            <a:r>
              <a:rPr lang="en-US" b="1" dirty="0"/>
              <a:t>function</a:t>
            </a:r>
            <a:r>
              <a:rPr lang="en-US" dirty="0"/>
              <a:t> that is defined </a:t>
            </a:r>
            <a:r>
              <a:rPr lang="en-US" i="1" dirty="0"/>
              <a:t>inside</a:t>
            </a:r>
            <a:r>
              <a:rPr lang="en-US" dirty="0"/>
              <a:t> a class.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Methods define the </a:t>
            </a:r>
            <a:r>
              <a:rPr lang="en-US" b="1" dirty="0"/>
              <a:t>behavior</a:t>
            </a:r>
            <a:r>
              <a:rPr lang="en-US" dirty="0"/>
              <a:t> or </a:t>
            </a:r>
            <a:r>
              <a:rPr lang="en-US" b="1" dirty="0"/>
              <a:t>actions</a:t>
            </a:r>
            <a:r>
              <a:rPr lang="en-US" dirty="0"/>
              <a:t> an object can perform.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first parameter is </a:t>
            </a:r>
            <a:r>
              <a:rPr lang="en-US" i="1" dirty="0"/>
              <a:t>always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self</a:t>
            </a:r>
            <a:r>
              <a:rPr lang="en-US" dirty="0"/>
              <a:t>, giving it access to the instance's own data (like </a:t>
            </a:r>
            <a:r>
              <a:rPr lang="en-US" dirty="0">
                <a:latin typeface="Courier New" panose="02070309020205020404" pitchFamily="49" charset="0"/>
              </a:rPr>
              <a:t>self.x</a:t>
            </a:r>
            <a:r>
              <a:rPr lang="en-US" dirty="0"/>
              <a:t>).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9FEF4-0B23-52E3-A12D-D766E7278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628" y="1762686"/>
            <a:ext cx="4223704" cy="314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05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A766B-D61D-C254-5EE3-8B982D9C2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97B0CA8-07EC-04C6-DC22-CDFBB065E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313" y="2456684"/>
            <a:ext cx="4569373" cy="896117"/>
          </a:xfrm>
        </p:spPr>
        <p:txBody>
          <a:bodyPr/>
          <a:lstStyle/>
          <a:p>
            <a:r>
              <a:rPr lang="en-GB" sz="2800" b="1" dirty="0"/>
              <a:t>Data Science Libraries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117058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6C61D-DB3A-06E4-1437-A7CD227A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239" y="199572"/>
            <a:ext cx="9914792" cy="854075"/>
          </a:xfrm>
        </p:spPr>
        <p:txBody>
          <a:bodyPr/>
          <a:lstStyle/>
          <a:p>
            <a:r>
              <a:rPr lang="en-US" sz="2800" b="1" dirty="0"/>
              <a:t>Our Core Libraries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98E1B-8DFD-B898-6F93-C34FAC6BC355}"/>
              </a:ext>
            </a:extLst>
          </p:cNvPr>
          <p:cNvSpPr txBox="1"/>
          <p:nvPr/>
        </p:nvSpPr>
        <p:spPr>
          <a:xfrm>
            <a:off x="262570" y="1193444"/>
            <a:ext cx="10923640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Core Python Libraries</a:t>
            </a:r>
            <a:endParaRPr lang="en-US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Pandas:</a:t>
            </a:r>
            <a:r>
              <a:rPr lang="en-US" sz="2000" dirty="0"/>
              <a:t> Used for data loading, cleaning, and manipulation (</a:t>
            </a:r>
            <a:r>
              <a:rPr lang="en-US" sz="2000" dirty="0" err="1"/>
              <a:t>DataFrames</a:t>
            </a:r>
            <a:r>
              <a:rPr lang="en-US" sz="2000" dirty="0"/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NumPy:</a:t>
            </a:r>
            <a:r>
              <a:rPr lang="en-US" sz="2000" dirty="0"/>
              <a:t> The engine for fast numerical computing. Pandas is built on it.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Matplotlib / Seaborn:</a:t>
            </a:r>
            <a:r>
              <a:rPr lang="en-US" sz="2000" dirty="0"/>
              <a:t> Our primary libraries for data visualization (plotting).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36D48-45B5-5080-E192-969132BFC05D}"/>
              </a:ext>
            </a:extLst>
          </p:cNvPr>
          <p:cNvSpPr txBox="1"/>
          <p:nvPr/>
        </p:nvSpPr>
        <p:spPr>
          <a:xfrm>
            <a:off x="381000" y="4875269"/>
            <a:ext cx="69552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Run this cell to install the required libraries</a:t>
            </a:r>
          </a:p>
          <a:p>
            <a:r>
              <a:rPr lang="en-IN" dirty="0"/>
              <a:t>pip install pandas </a:t>
            </a:r>
            <a:r>
              <a:rPr lang="en-IN" dirty="0" err="1"/>
              <a:t>numpy</a:t>
            </a:r>
            <a:r>
              <a:rPr lang="en-IN" dirty="0"/>
              <a:t> matplotlib seaborn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8CDB5B-6E30-2814-3EC0-16397C629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817" y="4167476"/>
            <a:ext cx="3736428" cy="249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69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8ACC-E812-35DF-6310-88F657B8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Importing Libraries (The Toolbox)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4F573B-BA80-C342-DD95-A867696D0493}"/>
              </a:ext>
            </a:extLst>
          </p:cNvPr>
          <p:cNvSpPr txBox="1"/>
          <p:nvPr/>
        </p:nvSpPr>
        <p:spPr>
          <a:xfrm>
            <a:off x="380998" y="1222700"/>
            <a:ext cx="5378672" cy="372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/>
              <a:t>What is a Library?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"toolbox" of pre-written code that adds new functions and features.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 </a:t>
            </a:r>
            <a:r>
              <a:rPr lang="en-US" sz="2000" b="1" dirty="0"/>
              <a:t>import</a:t>
            </a:r>
            <a:r>
              <a:rPr lang="en-US" sz="2000" dirty="0"/>
              <a:t> libraries to use their tools.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The Standard Imports: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 use the </a:t>
            </a:r>
            <a:r>
              <a:rPr lang="en-US" sz="2000" dirty="0">
                <a:latin typeface="Courier New" panose="02070309020205020404" pitchFamily="49" charset="0"/>
              </a:rPr>
              <a:t>import ... as ...</a:t>
            </a:r>
            <a:r>
              <a:rPr lang="en-US" sz="2000" dirty="0"/>
              <a:t> syntax to give the library a short "nickname" (an "alias").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8DB652-8468-2C15-2961-BC8C87DC3CA6}"/>
              </a:ext>
            </a:extLst>
          </p:cNvPr>
          <p:cNvSpPr txBox="1"/>
          <p:nvPr/>
        </p:nvSpPr>
        <p:spPr>
          <a:xfrm>
            <a:off x="6432331" y="4929513"/>
            <a:ext cx="4992414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sz="1800" dirty="0"/>
              <a:t>This is a universal convention. </a:t>
            </a:r>
            <a:r>
              <a:rPr lang="en-US" sz="1800" i="1" dirty="0"/>
              <a:t>Everyone</a:t>
            </a:r>
            <a:r>
              <a:rPr lang="en-US" sz="1800" dirty="0"/>
              <a:t> uses these aliases.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AB49B-C64F-73CB-1CCD-1D6E28BF9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112" y="1380355"/>
            <a:ext cx="5094891" cy="30569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361294-BE2A-BB3F-7E10-0DA2144423F9}"/>
              </a:ext>
            </a:extLst>
          </p:cNvPr>
          <p:cNvSpPr txBox="1"/>
          <p:nvPr/>
        </p:nvSpPr>
        <p:spPr>
          <a:xfrm>
            <a:off x="4046483" y="6384895"/>
            <a:ext cx="8145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Note: You only need to import them </a:t>
            </a:r>
            <a:r>
              <a:rPr lang="en-US" b="1" dirty="0"/>
              <a:t>once</a:t>
            </a:r>
            <a:r>
              <a:rPr lang="en-US" dirty="0"/>
              <a:t> at the top of your script or notebook.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2734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C720-DAF5-16A1-ABCD-63D8529EB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523" y="188145"/>
            <a:ext cx="9914792" cy="441120"/>
          </a:xfrm>
        </p:spPr>
        <p:txBody>
          <a:bodyPr/>
          <a:lstStyle/>
          <a:p>
            <a:r>
              <a:rPr lang="en-US" b="1" dirty="0"/>
              <a:t>Exploring Libraries: Your </a:t>
            </a:r>
            <a:r>
              <a:rPr lang="en-US" b="1" dirty="0" err="1"/>
              <a:t>Jupyter</a:t>
            </a:r>
            <a:r>
              <a:rPr lang="en-US" b="1" dirty="0"/>
              <a:t> Assistant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7F049B-6F93-9414-701D-7F85EA62A029}"/>
              </a:ext>
            </a:extLst>
          </p:cNvPr>
          <p:cNvSpPr txBox="1"/>
          <p:nvPr/>
        </p:nvSpPr>
        <p:spPr>
          <a:xfrm>
            <a:off x="353961" y="1190660"/>
            <a:ext cx="11651226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/>
              <a:t>Memorizing </a:t>
            </a:r>
            <a:r>
              <a:rPr lang="en-US" sz="2000" i="1" dirty="0"/>
              <a:t>every</a:t>
            </a:r>
            <a:r>
              <a:rPr lang="en-US" sz="2000" dirty="0"/>
              <a:t> Pandas function is impossible and unnecessary! </a:t>
            </a:r>
            <a:r>
              <a:rPr lang="en-US" sz="2000" dirty="0" err="1"/>
              <a:t>Jupyter</a:t>
            </a:r>
            <a:r>
              <a:rPr lang="en-US" sz="2000" dirty="0"/>
              <a:t> Lab is your best friend for discovery.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How to Explore Any Library (e.g., </a:t>
            </a:r>
            <a:r>
              <a:rPr lang="en-US" sz="2000" b="1" dirty="0">
                <a:latin typeface="Courier New" panose="02070309020205020404" pitchFamily="49" charset="0"/>
              </a:rPr>
              <a:t>pandas</a:t>
            </a:r>
            <a:r>
              <a:rPr lang="en-US" sz="2000" b="1" dirty="0"/>
              <a:t>):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Import the Library: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Courier New" panose="02070309020205020404" pitchFamily="49" charset="0"/>
              </a:rPr>
              <a:t>import pandas as pd</a:t>
            </a:r>
            <a:r>
              <a:rPr lang="en-US" sz="2000" dirty="0"/>
              <a:t> (Run this first!)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Type the Library Alias + Dot: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Courier New" panose="02070309020205020404" pitchFamily="49" charset="0"/>
              </a:rPr>
              <a:t>pd.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...then </a:t>
            </a:r>
            <a:r>
              <a:rPr lang="en-US" sz="2000" b="1" dirty="0"/>
              <a:t>press TAB</a:t>
            </a:r>
            <a:endParaRPr lang="en-US" sz="2000" dirty="0"/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036E68-9154-B991-FAF3-565ACAC729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039"/>
          <a:stretch>
            <a:fillRect/>
          </a:stretch>
        </p:blipFill>
        <p:spPr>
          <a:xfrm>
            <a:off x="7098891" y="2198584"/>
            <a:ext cx="4267200" cy="431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05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F41C-966C-E7C3-EDF5-4E2A84DCF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NumPy </a:t>
            </a:r>
            <a:r>
              <a:rPr lang="en-US" b="1" dirty="0">
                <a:latin typeface="Courier New" panose="02070309020205020404" pitchFamily="49" charset="0"/>
              </a:rPr>
              <a:t>ndarray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3335BF-4263-4FB8-F76F-77A4641975D2}"/>
              </a:ext>
            </a:extLst>
          </p:cNvPr>
          <p:cNvSpPr txBox="1"/>
          <p:nvPr/>
        </p:nvSpPr>
        <p:spPr>
          <a:xfrm>
            <a:off x="381000" y="1219200"/>
            <a:ext cx="7302062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What is it?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Short for "N-Dimensional Array".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It's a powerful grid or list, </a:t>
            </a:r>
            <a:r>
              <a:rPr lang="en-US" sz="2000" b="1" dirty="0"/>
              <a:t>optimized for numbers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Key Features:</a:t>
            </a:r>
            <a:endParaRPr lang="en-US" sz="20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Homogeneous:</a:t>
            </a:r>
            <a:r>
              <a:rPr lang="en-US" sz="2000" dirty="0"/>
              <a:t> All items </a:t>
            </a:r>
            <a:r>
              <a:rPr lang="en-US" sz="2000" i="1" dirty="0"/>
              <a:t>must</a:t>
            </a:r>
            <a:r>
              <a:rPr lang="en-US" sz="2000" dirty="0"/>
              <a:t> be the same data type (e.g., all </a:t>
            </a:r>
            <a:r>
              <a:rPr lang="en-US" sz="2000" dirty="0">
                <a:latin typeface="Courier New" panose="02070309020205020404" pitchFamily="49" charset="0"/>
              </a:rPr>
              <a:t>int64</a:t>
            </a:r>
            <a:r>
              <a:rPr lang="en-US" sz="2000" dirty="0"/>
              <a:t> or all </a:t>
            </a:r>
            <a:r>
              <a:rPr lang="en-US" sz="2000" dirty="0">
                <a:latin typeface="Courier New" panose="02070309020205020404" pitchFamily="49" charset="0"/>
              </a:rPr>
              <a:t>float64</a:t>
            </a:r>
            <a:r>
              <a:rPr lang="en-US" sz="2000" dirty="0"/>
              <a:t>). This is what makes it fast.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Vectorized Operations (Element-wise):</a:t>
            </a:r>
            <a:endParaRPr lang="en-US" sz="2000" dirty="0"/>
          </a:p>
          <a:p>
            <a:pPr marL="1143000" lvl="2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You can perform math on the </a:t>
            </a:r>
            <a:r>
              <a:rPr lang="en-US" sz="2000" i="1" dirty="0"/>
              <a:t>entire array</a:t>
            </a:r>
            <a:r>
              <a:rPr lang="en-US" sz="2000" dirty="0"/>
              <a:t> at once, without a </a:t>
            </a:r>
            <a:r>
              <a:rPr lang="en-US" sz="2000" dirty="0">
                <a:latin typeface="Courier New" panose="02070309020205020404" pitchFamily="49" charset="0"/>
              </a:rPr>
              <a:t>for</a:t>
            </a:r>
            <a:r>
              <a:rPr lang="en-US" sz="2000" dirty="0"/>
              <a:t> loop.</a:t>
            </a:r>
          </a:p>
          <a:p>
            <a:pPr marL="1143000" lvl="2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is the </a:t>
            </a:r>
            <a:r>
              <a:rPr lang="en-US" sz="2000" i="1" dirty="0"/>
              <a:t>main reason</a:t>
            </a:r>
            <a:r>
              <a:rPr lang="en-US" sz="2000" dirty="0"/>
              <a:t> to use NumPy.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CAB57D-BDAC-F96C-4AA8-0B6323EC6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343" y="1135117"/>
            <a:ext cx="3167657" cy="527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10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E806C-75D6-1625-69D6-BBEE8EB84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NumPy Arrays: 1D (Vector)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AC98E-A325-216F-D6C5-F2F41BB8F4C2}"/>
              </a:ext>
            </a:extLst>
          </p:cNvPr>
          <p:cNvSpPr txBox="1"/>
          <p:nvPr/>
        </p:nvSpPr>
        <p:spPr>
          <a:xfrm>
            <a:off x="483476" y="2177456"/>
            <a:ext cx="5612524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What is it?</a:t>
            </a:r>
            <a:r>
              <a:rPr lang="en-US" sz="2000" dirty="0"/>
              <a:t> A single, flat list of elements. It has only </a:t>
            </a:r>
            <a:r>
              <a:rPr lang="en-US" sz="2000" b="1" dirty="0"/>
              <a:t>one axis</a:t>
            </a:r>
            <a:r>
              <a:rPr lang="en-US" sz="2000" dirty="0"/>
              <a:t> (axis 0).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Analogy:</a:t>
            </a:r>
            <a:r>
              <a:rPr lang="en-US" sz="2000" dirty="0"/>
              <a:t> Think of it as a single row or a single column in a spreadsheet.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411D10-10A3-8A72-C0B7-693E84C25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014" y="1339722"/>
            <a:ext cx="4037504" cy="22403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E3824D-4D4C-7C36-9A86-B673CE969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888" y="4007845"/>
            <a:ext cx="3821757" cy="245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054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8939F-A68C-BF36-77A0-0E7D67DC2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NumPy Arrays: 2D (Matrix)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41D1FD-66C8-953A-38C6-D54E1F77FB0A}"/>
              </a:ext>
            </a:extLst>
          </p:cNvPr>
          <p:cNvSpPr txBox="1"/>
          <p:nvPr/>
        </p:nvSpPr>
        <p:spPr>
          <a:xfrm>
            <a:off x="620110" y="1869079"/>
            <a:ext cx="5265683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What is it?</a:t>
            </a:r>
            <a:r>
              <a:rPr lang="en-US" sz="2000" dirty="0"/>
              <a:t> A table of elements with </a:t>
            </a:r>
            <a:r>
              <a:rPr lang="en-US" sz="2000" b="1" dirty="0"/>
              <a:t>rows and columns</a:t>
            </a:r>
            <a:r>
              <a:rPr lang="en-US" sz="2000" dirty="0"/>
              <a:t>. It has </a:t>
            </a:r>
            <a:r>
              <a:rPr lang="en-US" sz="2000" b="1" dirty="0"/>
              <a:t>two axes</a:t>
            </a:r>
            <a:r>
              <a:rPr lang="en-US" sz="2000" dirty="0"/>
              <a:t> (axis 0 for rows, axis 1 for columns).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Analogy:</a:t>
            </a:r>
            <a:r>
              <a:rPr lang="en-US" sz="2000" dirty="0"/>
              <a:t> A complete spreadsheet, a grid, or a grayscale image.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B6446-B705-1639-A5C3-AF99495A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094" y="1090355"/>
            <a:ext cx="3129805" cy="29506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27A7BB-AA5B-2739-3E24-277D2D954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678" y="4201433"/>
            <a:ext cx="3184635" cy="203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47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42C4C-14C1-1172-E741-C389B0ABF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97" y="196284"/>
            <a:ext cx="9914792" cy="854075"/>
          </a:xfrm>
        </p:spPr>
        <p:txBody>
          <a:bodyPr/>
          <a:lstStyle/>
          <a:p>
            <a:r>
              <a:rPr lang="en-US" b="1" dirty="0"/>
              <a:t>Pandas: </a:t>
            </a:r>
            <a:r>
              <a:rPr lang="en-US" b="1" dirty="0">
                <a:latin typeface="Courier New" panose="02070309020205020404" pitchFamily="49" charset="0"/>
              </a:rPr>
              <a:t>Series</a:t>
            </a:r>
            <a:r>
              <a:rPr lang="en-US" b="1" dirty="0"/>
              <a:t> &amp; </a:t>
            </a:r>
            <a:r>
              <a:rPr lang="en-US" b="1" dirty="0">
                <a:latin typeface="Courier New" panose="02070309020205020404" pitchFamily="49" charset="0"/>
              </a:rPr>
              <a:t>DataFrame</a:t>
            </a:r>
            <a:br>
              <a:rPr lang="en-US" b="1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9DAD2-E966-59A4-2A25-8BBA67F1E92F}"/>
              </a:ext>
            </a:extLst>
          </p:cNvPr>
          <p:cNvSpPr txBox="1"/>
          <p:nvPr/>
        </p:nvSpPr>
        <p:spPr>
          <a:xfrm>
            <a:off x="275897" y="1050359"/>
            <a:ext cx="7081344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What is Pandas?</a:t>
            </a:r>
            <a:endParaRPr lang="en-US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library built </a:t>
            </a:r>
            <a:r>
              <a:rPr lang="en-US" i="1" dirty="0"/>
              <a:t>on top</a:t>
            </a:r>
            <a:r>
              <a:rPr lang="en-US" dirty="0"/>
              <a:t> of NumPy.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adds </a:t>
            </a:r>
            <a:r>
              <a:rPr lang="en-US" b="1" dirty="0"/>
              <a:t>data labels (indexes)</a:t>
            </a:r>
            <a:r>
              <a:rPr lang="en-US" dirty="0"/>
              <a:t> to your arrays, turning them into powerful tables.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The Two Core Objects:</a:t>
            </a:r>
            <a:endParaRPr lang="en-US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Series</a:t>
            </a:r>
            <a:r>
              <a:rPr lang="en-US" b="1" dirty="0"/>
              <a:t> (1D):</a:t>
            </a:r>
            <a:endParaRPr lang="en-US" dirty="0"/>
          </a:p>
          <a:p>
            <a:pPr marL="1143000" lvl="2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i="1" dirty="0"/>
              <a:t>single column</a:t>
            </a:r>
            <a:r>
              <a:rPr lang="en-US" dirty="0"/>
              <a:t> of data (like a NumPy array) with an </a:t>
            </a:r>
            <a:r>
              <a:rPr lang="en-US" b="1" dirty="0"/>
              <a:t>index</a:t>
            </a:r>
            <a:r>
              <a:rPr lang="en-US" dirty="0"/>
              <a:t> (labels).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DataFrame</a:t>
            </a:r>
            <a:r>
              <a:rPr lang="en-US" b="1" dirty="0"/>
              <a:t> (2D):</a:t>
            </a:r>
            <a:endParaRPr lang="en-US" dirty="0"/>
          </a:p>
          <a:p>
            <a:pPr marL="1143000" lvl="2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i="1" dirty="0"/>
              <a:t>multi-column table</a:t>
            </a:r>
            <a:r>
              <a:rPr lang="en-US" dirty="0"/>
              <a:t> (like an Excel spreadsheet).</a:t>
            </a:r>
          </a:p>
          <a:p>
            <a:pPr marL="1143000" lvl="2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It's a collection of </a:t>
            </a:r>
            <a:r>
              <a:rPr lang="en-US" dirty="0">
                <a:latin typeface="Courier New" panose="02070309020205020404" pitchFamily="49" charset="0"/>
              </a:rPr>
              <a:t>Series</a:t>
            </a:r>
            <a:r>
              <a:rPr lang="en-US" dirty="0"/>
              <a:t> objects that share the same index.</a:t>
            </a:r>
          </a:p>
          <a:p>
            <a:pPr marL="1143000" lvl="2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is the main object you will use 99% of the time.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D36908-9E46-C547-064A-ED57870BE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924" y="1413899"/>
            <a:ext cx="3927915" cy="419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437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7A5E5-A950-C525-C937-61C69B157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96284"/>
            <a:ext cx="9914792" cy="854075"/>
          </a:xfrm>
        </p:spPr>
        <p:txBody>
          <a:bodyPr/>
          <a:lstStyle/>
          <a:p>
            <a:r>
              <a:rPr lang="en-US" b="1" dirty="0"/>
              <a:t>Loading &amp; Inspecting Data (Pandas)</a:t>
            </a:r>
            <a:br>
              <a:rPr lang="en-US" b="1" dirty="0"/>
            </a:b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263E1-971C-5C83-3C78-8E2E518AF148}"/>
              </a:ext>
            </a:extLst>
          </p:cNvPr>
          <p:cNvSpPr txBox="1"/>
          <p:nvPr/>
        </p:nvSpPr>
        <p:spPr>
          <a:xfrm>
            <a:off x="157654" y="962404"/>
            <a:ext cx="11624443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/>
              <a:t>Loading Data:</a:t>
            </a:r>
            <a:endParaRPr lang="en-US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most common way to use Pandas is to read data from a file (like a CSV).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pd.read_csv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is the most important function to know.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After loading, </a:t>
            </a:r>
            <a:r>
              <a:rPr lang="en-US" i="1" dirty="0"/>
              <a:t>always</a:t>
            </a:r>
            <a:r>
              <a:rPr lang="en-US" dirty="0"/>
              <a:t> inspect your </a:t>
            </a:r>
            <a:r>
              <a:rPr lang="en-US" dirty="0">
                <a:latin typeface="Courier New" panose="02070309020205020404" pitchFamily="49" charset="0"/>
              </a:rPr>
              <a:t>DataFrame</a:t>
            </a:r>
            <a:r>
              <a:rPr lang="en-US" dirty="0"/>
              <a:t>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Courier New" panose="02070309020205020404" pitchFamily="49" charset="0"/>
              </a:rPr>
              <a:t>df.head</a:t>
            </a:r>
            <a:r>
              <a:rPr lang="en-US" b="1" dirty="0">
                <a:latin typeface="Courier New" panose="02070309020205020404" pitchFamily="49" charset="0"/>
              </a:rPr>
              <a:t>()</a:t>
            </a:r>
            <a:r>
              <a:rPr lang="en-US" dirty="0"/>
              <a:t>: Shows the </a:t>
            </a:r>
            <a:r>
              <a:rPr lang="en-US" b="1" dirty="0"/>
              <a:t>first 5 rows</a:t>
            </a:r>
            <a:r>
              <a:rPr lang="en-US" dirty="0"/>
              <a:t> (to make sure it loaded correctly).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C5E4A7-B9F2-8F9A-52B9-8CB650CF48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73" b="23146"/>
          <a:stretch>
            <a:fillRect/>
          </a:stretch>
        </p:blipFill>
        <p:spPr>
          <a:xfrm>
            <a:off x="859046" y="3541176"/>
            <a:ext cx="10074513" cy="296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748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371AE-1559-182D-92CE-CFA8B8259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7470"/>
            <a:ext cx="9914792" cy="854075"/>
          </a:xfrm>
        </p:spPr>
        <p:txBody>
          <a:bodyPr/>
          <a:lstStyle/>
          <a:p>
            <a:r>
              <a:rPr lang="en-US" b="1" dirty="0"/>
              <a:t>Loading &amp; Inspecting Data (Pandas)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8C8BB-F773-3D2B-124D-6A482C4C25FF}"/>
              </a:ext>
            </a:extLst>
          </p:cNvPr>
          <p:cNvSpPr txBox="1"/>
          <p:nvPr/>
        </p:nvSpPr>
        <p:spPr>
          <a:xfrm>
            <a:off x="4939859" y="4754027"/>
            <a:ext cx="7038979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b="1" dirty="0" err="1">
                <a:latin typeface="Courier New" panose="02070309020205020404" pitchFamily="49" charset="0"/>
              </a:rPr>
              <a:t>df.describe</a:t>
            </a:r>
            <a:r>
              <a:rPr lang="en-US" b="1" dirty="0">
                <a:latin typeface="Courier New" panose="02070309020205020404" pitchFamily="49" charset="0"/>
              </a:rPr>
              <a:t>()</a:t>
            </a:r>
            <a:r>
              <a:rPr lang="en-US" dirty="0"/>
              <a:t>: Shows quick </a:t>
            </a:r>
            <a:r>
              <a:rPr lang="en-US" b="1" dirty="0"/>
              <a:t>statistics</a:t>
            </a:r>
            <a:r>
              <a:rPr lang="en-US" dirty="0"/>
              <a:t> (mean, median, min, max) for </a:t>
            </a:r>
            <a:r>
              <a:rPr lang="en-US" i="1" dirty="0"/>
              <a:t>numerical</a:t>
            </a:r>
            <a:r>
              <a:rPr lang="en-US" dirty="0"/>
              <a:t> columns.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9D2A5E-60D8-183F-14CC-E31956E83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74" y="1165242"/>
            <a:ext cx="3258427" cy="41831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B54CB9-7ED5-18BD-59BD-42A1B3B64943}"/>
              </a:ext>
            </a:extLst>
          </p:cNvPr>
          <p:cNvSpPr txBox="1"/>
          <p:nvPr/>
        </p:nvSpPr>
        <p:spPr>
          <a:xfrm>
            <a:off x="43477" y="5666589"/>
            <a:ext cx="4854343" cy="88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b="1" dirty="0">
                <a:latin typeface="Courier New" panose="02070309020205020404" pitchFamily="49" charset="0"/>
              </a:rPr>
              <a:t>df.info()</a:t>
            </a:r>
            <a:r>
              <a:rPr lang="en-US" dirty="0"/>
              <a:t>: Shows column names, data types (</a:t>
            </a:r>
            <a:r>
              <a:rPr lang="en-US" dirty="0" err="1">
                <a:latin typeface="Courier New" panose="02070309020205020404" pitchFamily="49" charset="0"/>
              </a:rPr>
              <a:t>dtype</a:t>
            </a:r>
            <a:r>
              <a:rPr lang="en-US" dirty="0"/>
              <a:t>), and </a:t>
            </a:r>
            <a:r>
              <a:rPr lang="en-US" b="1" dirty="0"/>
              <a:t>missing values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FB1B23-9423-92DB-629B-20C86490A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161" y="1556851"/>
            <a:ext cx="6957663" cy="290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236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7129A-A839-A2AD-D63B-3509047F8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86" y="158776"/>
            <a:ext cx="9914792" cy="854075"/>
          </a:xfrm>
        </p:spPr>
        <p:txBody>
          <a:bodyPr/>
          <a:lstStyle/>
          <a:p>
            <a:r>
              <a:rPr lang="en-US" b="1" dirty="0"/>
              <a:t>Matplotlib Plotting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9687A-4AA4-31EF-085E-05706E76B92E}"/>
              </a:ext>
            </a:extLst>
          </p:cNvPr>
          <p:cNvSpPr txBox="1"/>
          <p:nvPr/>
        </p:nvSpPr>
        <p:spPr>
          <a:xfrm>
            <a:off x="212835" y="977182"/>
            <a:ext cx="5883165" cy="5131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What is it?</a:t>
            </a:r>
            <a:r>
              <a:rPr lang="en-US" sz="2000" dirty="0"/>
              <a:t> The "go-to" library for creating static plots (line charts, scatter plots, bar charts, etc.). It's the foundation for all other plotting.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The Standard Workflow (</a:t>
            </a:r>
            <a:r>
              <a:rPr lang="en-US" sz="2000" b="1" dirty="0" err="1">
                <a:latin typeface="Courier New" panose="02070309020205020404" pitchFamily="49" charset="0"/>
              </a:rPr>
              <a:t>plt</a:t>
            </a:r>
            <a:r>
              <a:rPr lang="en-US" sz="2000" b="1" dirty="0"/>
              <a:t>):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(Optional) Create a figure: </a:t>
            </a:r>
            <a:r>
              <a:rPr lang="en-US" sz="2000" dirty="0" err="1">
                <a:latin typeface="Courier New" panose="02070309020205020404" pitchFamily="49" charset="0"/>
              </a:rPr>
              <a:t>plt.figure</a:t>
            </a:r>
            <a:r>
              <a:rPr lang="en-US" sz="2000" dirty="0"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</a:rPr>
              <a:t>figsize</a:t>
            </a:r>
            <a:r>
              <a:rPr lang="en-US" sz="2000" dirty="0">
                <a:latin typeface="Courier New" panose="02070309020205020404" pitchFamily="49" charset="0"/>
              </a:rPr>
              <a:t>=(10, 6))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Create the plot:</a:t>
            </a:r>
            <a:r>
              <a:rPr lang="en-US" sz="2000" dirty="0"/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plt.plot</a:t>
            </a:r>
            <a:r>
              <a:rPr lang="en-US" sz="2000" dirty="0"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</a:rPr>
              <a:t>x_data</a:t>
            </a:r>
            <a:r>
              <a:rPr lang="en-US" sz="2000" dirty="0">
                <a:latin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</a:rPr>
              <a:t>y_data</a:t>
            </a:r>
            <a:r>
              <a:rPr lang="en-US" sz="2000" dirty="0">
                <a:latin typeface="Courier New" panose="02070309020205020404" pitchFamily="49" charset="0"/>
              </a:rPr>
              <a:t>)</a:t>
            </a:r>
            <a:r>
              <a:rPr lang="en-US" sz="2000" dirty="0"/>
              <a:t> (for line plots)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Add labels:</a:t>
            </a:r>
            <a:r>
              <a:rPr lang="en-US" sz="2000" dirty="0"/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plt.title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</a:rPr>
              <a:t>plt.xlabel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</a:rPr>
              <a:t>plt.ylabel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r>
              <a:rPr lang="en-US" sz="20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Show the plot:</a:t>
            </a:r>
            <a:r>
              <a:rPr lang="en-US" sz="2000" dirty="0"/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plt.show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EFBF30-6963-0247-411F-EFFB100B1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305" y="898644"/>
            <a:ext cx="4435224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77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5EBB-C928-8276-6283-40469A701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21" y="158776"/>
            <a:ext cx="9914792" cy="854075"/>
          </a:xfrm>
        </p:spPr>
        <p:txBody>
          <a:bodyPr/>
          <a:lstStyle/>
          <a:p>
            <a:r>
              <a:rPr lang="en-US" b="1" dirty="0"/>
              <a:t>Seaborn (High-Level Statistical Plotting)</a:t>
            </a:r>
            <a:br>
              <a:rPr lang="en-US" b="1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714B3-AB34-6E44-206E-FF0A9960A0B9}"/>
              </a:ext>
            </a:extLst>
          </p:cNvPr>
          <p:cNvSpPr txBox="1"/>
          <p:nvPr/>
        </p:nvSpPr>
        <p:spPr>
          <a:xfrm>
            <a:off x="254877" y="1012851"/>
            <a:ext cx="6419192" cy="585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What is it?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"high-level" plotting library built </a:t>
            </a:r>
            <a:r>
              <a:rPr lang="en-US" b="1" dirty="0"/>
              <a:t>on top of Matplotlib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It's designed to make complex, attractive, and statistically-aware plots (like heatmaps, violin plots, and regression plots) with very little code.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DataFrame-Aware:</a:t>
            </a:r>
            <a:r>
              <a:rPr lang="en-US" dirty="0"/>
              <a:t> It works </a:t>
            </a:r>
            <a:r>
              <a:rPr lang="en-US" i="1" dirty="0"/>
              <a:t>directly</a:t>
            </a:r>
            <a:r>
              <a:rPr lang="en-US" dirty="0"/>
              <a:t> with Pandas </a:t>
            </a:r>
            <a:r>
              <a:rPr lang="en-US" dirty="0" err="1"/>
              <a:t>DataFrames</a:t>
            </a:r>
            <a:r>
              <a:rPr lang="en-US" dirty="0"/>
              <a:t>. You just tell it the </a:t>
            </a:r>
            <a:r>
              <a:rPr lang="en-US" i="1" dirty="0"/>
              <a:t>column names</a:t>
            </a:r>
            <a:r>
              <a:rPr lang="en-US" dirty="0"/>
              <a:t> to use.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Beautiful by Default:</a:t>
            </a:r>
            <a:r>
              <a:rPr lang="en-US" dirty="0"/>
              <a:t> Plots look much better "out of the box".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Statistical:</a:t>
            </a:r>
            <a:r>
              <a:rPr lang="en-US" dirty="0"/>
              <a:t> Great for quickly showing relationships, distributions, and categories.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279445-368D-5C09-C101-B78FB598B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40" y="1012851"/>
            <a:ext cx="4389500" cy="56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0986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Custom 3">
      <a:dk1>
        <a:srgbClr val="2B1261"/>
      </a:dk1>
      <a:lt1>
        <a:srgbClr val="FFFFFF"/>
      </a:lt1>
      <a:dk2>
        <a:srgbClr val="BC56FE"/>
      </a:dk2>
      <a:lt2>
        <a:srgbClr val="FFFFFF"/>
      </a:lt2>
      <a:accent1>
        <a:srgbClr val="5F46DA"/>
      </a:accent1>
      <a:accent2>
        <a:srgbClr val="BC56FE"/>
      </a:accent2>
      <a:accent3>
        <a:srgbClr val="A5A5A5"/>
      </a:accent3>
      <a:accent4>
        <a:srgbClr val="0F1111"/>
      </a:accent4>
      <a:accent5>
        <a:srgbClr val="5B9BD5"/>
      </a:accent5>
      <a:accent6>
        <a:srgbClr val="BC56FE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6577</TotalTime>
  <Words>2471</Words>
  <Application>Microsoft Office PowerPoint</Application>
  <PresentationFormat>Widescreen</PresentationFormat>
  <Paragraphs>242</Paragraphs>
  <Slides>33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Arial Unicode MS</vt:lpstr>
      <vt:lpstr>Calibri</vt:lpstr>
      <vt:lpstr>Calibri Light</vt:lpstr>
      <vt:lpstr>Courier New</vt:lpstr>
      <vt:lpstr>HelveticaNeueLT Std</vt:lpstr>
      <vt:lpstr>system-ui</vt:lpstr>
      <vt:lpstr>Office Theme</vt:lpstr>
      <vt:lpstr>1_Office Theme</vt:lpstr>
      <vt:lpstr>think-cell Slide</vt:lpstr>
      <vt:lpstr>Preparatory Bridge Course</vt:lpstr>
      <vt:lpstr>PowerPoint Presentation</vt:lpstr>
      <vt:lpstr>Variables and Common Data Types</vt:lpstr>
      <vt:lpstr>Arithmetic Operators </vt:lpstr>
      <vt:lpstr>Defining &amp; Calling Functions </vt:lpstr>
      <vt:lpstr>Python Indentation </vt:lpstr>
      <vt:lpstr>Parameters and Arguments </vt:lpstr>
      <vt:lpstr>print vs. return </vt:lpstr>
      <vt:lpstr>for Loops and range() </vt:lpstr>
      <vt:lpstr>if / elif / else Statements (Decision Making) </vt:lpstr>
      <vt:lpstr>Conditional &amp; Logical Operators </vt:lpstr>
      <vt:lpstr>Getting User Input with input() </vt:lpstr>
      <vt:lpstr>String Indexing &amp; Slicing </vt:lpstr>
      <vt:lpstr>for Loops with Strings </vt:lpstr>
      <vt:lpstr>Creating &amp; Accessing Lists </vt:lpstr>
      <vt:lpstr>List Mutability &amp; Methods </vt:lpstr>
      <vt:lpstr>Dictionaries (Key-Value Pairs)  </vt:lpstr>
      <vt:lpstr>Tuples (Immutable Sequences) </vt:lpstr>
      <vt:lpstr>Classes and Instances</vt:lpstr>
      <vt:lpstr>__init__ and self (The Constructor) </vt:lpstr>
      <vt:lpstr>Methods (Functions in a Class) </vt:lpstr>
      <vt:lpstr>Data Science Libraries</vt:lpstr>
      <vt:lpstr>Our Core Libraries</vt:lpstr>
      <vt:lpstr>Importing Libraries (The Toolbox) </vt:lpstr>
      <vt:lpstr>Exploring Libraries: Your Jupyter Assistant</vt:lpstr>
      <vt:lpstr>NumPy ndarray</vt:lpstr>
      <vt:lpstr>NumPy Arrays: 1D (Vector) </vt:lpstr>
      <vt:lpstr>NumPy Arrays: 2D (Matrix)</vt:lpstr>
      <vt:lpstr>Pandas: Series &amp; DataFrame </vt:lpstr>
      <vt:lpstr>Loading &amp; Inspecting Data (Pandas) </vt:lpstr>
      <vt:lpstr>Loading &amp; Inspecting Data (Pandas)</vt:lpstr>
      <vt:lpstr>Matplotlib Plotting </vt:lpstr>
      <vt:lpstr>Seaborn (High-Level Statistical Plotting)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a.gaurav@qub.ac.uk</dc:creator>
  <cp:lastModifiedBy>Ankit Gaurav</cp:lastModifiedBy>
  <cp:revision>54</cp:revision>
  <dcterms:created xsi:type="dcterms:W3CDTF">2024-10-31T04:06:49Z</dcterms:created>
  <dcterms:modified xsi:type="dcterms:W3CDTF">2026-09-24T01:05:41Z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2025-08-04T08:55:31Z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f3b5c79a-34cf-414e-b5b3-5cfc900d9edc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50, 3, 0, 1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Confidential - Not for Public Consumption or Distribution</vt:lpwstr>
  </property>
  <property fmtid="{D5CDD505-2E9C-101B-9397-08002B2CF9AE}" pid="12" name="MSIP_Label_defa4170-0d19-0005-0002-bc88714345d2_Enabled">
    <vt:lpwstr>true</vt:lpwstr>
  </property>
  <property fmtid="{D5CDD505-2E9C-101B-9397-08002B2CF9AE}" pid="13" name="MSIP_Label_defa4170-0d19-0005-0002-bc88714345d2_SetDate">
    <vt:lpwstr>2025-08-07T06:41:46Z</vt:lpwstr>
  </property>
  <property fmtid="{D5CDD505-2E9C-101B-9397-08002B2CF9AE}" pid="14" name="MSIP_Label_defa4170-0d19-0005-0002-bc88714345d2_Method">
    <vt:lpwstr>Standard</vt:lpwstr>
  </property>
  <property fmtid="{D5CDD505-2E9C-101B-9397-08002B2CF9AE}" pid="15" name="MSIP_Label_defa4170-0d19-0005-0002-bc88714345d2_Name">
    <vt:lpwstr>defa4170-0d19-0005-0002-bc88714345d2</vt:lpwstr>
  </property>
  <property fmtid="{D5CDD505-2E9C-101B-9397-08002B2CF9AE}" pid="16" name="MSIP_Label_defa4170-0d19-0005-0002-bc88714345d2_SiteId">
    <vt:lpwstr>5f92691f-a08d-4065-a849-03f8cad7517e</vt:lpwstr>
  </property>
  <property fmtid="{D5CDD505-2E9C-101B-9397-08002B2CF9AE}" pid="17" name="MSIP_Label_defa4170-0d19-0005-0002-bc88714345d2_ActionId">
    <vt:lpwstr>1ac2060b-ddad-44a3-970f-68439d6b0505</vt:lpwstr>
  </property>
  <property fmtid="{D5CDD505-2E9C-101B-9397-08002B2CF9AE}" pid="18" name="MSIP_Label_defa4170-0d19-0005-0002-bc88714345d2_ContentBits">
    <vt:lpwstr>0</vt:lpwstr>
  </property>
  <property fmtid="{D5CDD505-2E9C-101B-9397-08002B2CF9AE}" pid="19" name="MSIP_Label_defa4170-0d19-0005-0002-bc88714345d2_Tag">
    <vt:lpwstr>50, 3, 0, 1</vt:lpwstr>
  </property>
</Properties>
</file>